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ppt/notesSlides/notesSlide445.xml" ContentType="application/vnd.openxmlformats-officedocument.presentationml.notesSlide+xml"/>
  <Override PartName="/ppt/notesSlides/notesSlide446.xml" ContentType="application/vnd.openxmlformats-officedocument.presentationml.notesSlide+xml"/>
  <Override PartName="/ppt/notesSlides/notesSlide447.xml" ContentType="application/vnd.openxmlformats-officedocument.presentationml.notesSlide+xml"/>
  <Override PartName="/ppt/notesSlides/notesSlide448.xml" ContentType="application/vnd.openxmlformats-officedocument.presentationml.notesSlide+xml"/>
  <Override PartName="/ppt/notesSlides/notesSlide44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50.xml" ContentType="application/vnd.openxmlformats-officedocument.presentationml.notesSlide+xml"/>
  <Override PartName="/ppt/notesSlides/notesSlide451.xml" ContentType="application/vnd.openxmlformats-officedocument.presentationml.notesSlide+xml"/>
  <Override PartName="/ppt/notesSlides/notesSlide452.xml" ContentType="application/vnd.openxmlformats-officedocument.presentationml.notesSlide+xml"/>
  <Override PartName="/ppt/notesSlides/notesSlide453.xml" ContentType="application/vnd.openxmlformats-officedocument.presentationml.notesSlide+xml"/>
  <Override PartName="/ppt/notesSlides/notesSlide454.xml" ContentType="application/vnd.openxmlformats-officedocument.presentationml.notesSlide+xml"/>
  <Override PartName="/ppt/notesSlides/notesSlide455.xml" ContentType="application/vnd.openxmlformats-officedocument.presentationml.notesSlide+xml"/>
  <Override PartName="/ppt/notesSlides/notesSlide456.xml" ContentType="application/vnd.openxmlformats-officedocument.presentationml.notesSlide+xml"/>
  <Override PartName="/ppt/notesSlides/notesSlide457.xml" ContentType="application/vnd.openxmlformats-officedocument.presentationml.notesSlide+xml"/>
  <Override PartName="/ppt/notesSlides/notesSlide458.xml" ContentType="application/vnd.openxmlformats-officedocument.presentationml.notesSlide+xml"/>
  <Override PartName="/ppt/notesSlides/notesSlide45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60.xml" ContentType="application/vnd.openxmlformats-officedocument.presentationml.notesSlide+xml"/>
  <Override PartName="/ppt/notesSlides/notesSlide461.xml" ContentType="application/vnd.openxmlformats-officedocument.presentationml.notesSlide+xml"/>
  <Override PartName="/ppt/notesSlides/notesSlide462.xml" ContentType="application/vnd.openxmlformats-officedocument.presentationml.notesSlide+xml"/>
  <Override PartName="/ppt/notesSlides/notesSlide463.xml" ContentType="application/vnd.openxmlformats-officedocument.presentationml.notesSlide+xml"/>
  <Override PartName="/ppt/notesSlides/notesSlide464.xml" ContentType="application/vnd.openxmlformats-officedocument.presentationml.notesSlide+xml"/>
  <Override PartName="/ppt/notesSlides/notesSlide465.xml" ContentType="application/vnd.openxmlformats-officedocument.presentationml.notesSlide+xml"/>
  <Override PartName="/ppt/notesSlides/notesSlide466.xml" ContentType="application/vnd.openxmlformats-officedocument.presentationml.notesSlide+xml"/>
  <Override PartName="/ppt/notesSlides/notesSlide467.xml" ContentType="application/vnd.openxmlformats-officedocument.presentationml.notesSlide+xml"/>
  <Override PartName="/ppt/notesSlides/notesSlide468.xml" ContentType="application/vnd.openxmlformats-officedocument.presentationml.notesSlide+xml"/>
  <Override PartName="/ppt/notesSlides/notesSlide46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70.xml" ContentType="application/vnd.openxmlformats-officedocument.presentationml.notesSlide+xml"/>
  <Override PartName="/ppt/notesSlides/notesSlide471.xml" ContentType="application/vnd.openxmlformats-officedocument.presentationml.notesSlide+xml"/>
  <Override PartName="/ppt/notesSlides/notesSlide472.xml" ContentType="application/vnd.openxmlformats-officedocument.presentationml.notesSlide+xml"/>
  <Override PartName="/ppt/notesSlides/notesSlide473.xml" ContentType="application/vnd.openxmlformats-officedocument.presentationml.notesSlide+xml"/>
  <Override PartName="/ppt/notesSlides/notesSlide474.xml" ContentType="application/vnd.openxmlformats-officedocument.presentationml.notesSlide+xml"/>
  <Override PartName="/ppt/notesSlides/notesSlide475.xml" ContentType="application/vnd.openxmlformats-officedocument.presentationml.notesSlide+xml"/>
  <Override PartName="/ppt/notesSlides/notesSlide476.xml" ContentType="application/vnd.openxmlformats-officedocument.presentationml.notesSlide+xml"/>
  <Override PartName="/ppt/notesSlides/notesSlide477.xml" ContentType="application/vnd.openxmlformats-officedocument.presentationml.notesSlide+xml"/>
  <Override PartName="/ppt/notesSlides/notesSlide478.xml" ContentType="application/vnd.openxmlformats-officedocument.presentationml.notesSlide+xml"/>
  <Override PartName="/ppt/notesSlides/notesSlide47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80.xml" ContentType="application/vnd.openxmlformats-officedocument.presentationml.notesSlide+xml"/>
  <Override PartName="/ppt/notesSlides/notesSlide481.xml" ContentType="application/vnd.openxmlformats-officedocument.presentationml.notesSlide+xml"/>
  <Override PartName="/ppt/notesSlides/notesSlide482.xml" ContentType="application/vnd.openxmlformats-officedocument.presentationml.notesSlide+xml"/>
  <Override PartName="/ppt/notesSlides/notesSlide483.xml" ContentType="application/vnd.openxmlformats-officedocument.presentationml.notesSlide+xml"/>
  <Override PartName="/ppt/notesSlides/notesSlide484.xml" ContentType="application/vnd.openxmlformats-officedocument.presentationml.notesSlide+xml"/>
  <Override PartName="/ppt/notesSlides/notesSlide485.xml" ContentType="application/vnd.openxmlformats-officedocument.presentationml.notesSlide+xml"/>
  <Override PartName="/ppt/notesSlides/notesSlide486.xml" ContentType="application/vnd.openxmlformats-officedocument.presentationml.notesSlide+xml"/>
  <Override PartName="/ppt/notesSlides/notesSlide487.xml" ContentType="application/vnd.openxmlformats-officedocument.presentationml.notesSlide+xml"/>
  <Override PartName="/ppt/notesSlides/notesSlide488.xml" ContentType="application/vnd.openxmlformats-officedocument.presentationml.notesSlide+xml"/>
  <Override PartName="/ppt/notesSlides/notesSlide489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90.xml" ContentType="application/vnd.openxmlformats-officedocument.presentationml.notesSlide+xml"/>
  <Override PartName="/ppt/notesSlides/notesSlide491.xml" ContentType="application/vnd.openxmlformats-officedocument.presentationml.notesSlide+xml"/>
  <Override PartName="/ppt/notesSlides/notesSlide492.xml" ContentType="application/vnd.openxmlformats-officedocument.presentationml.notesSlide+xml"/>
  <Override PartName="/ppt/notesSlides/notesSlide493.xml" ContentType="application/vnd.openxmlformats-officedocument.presentationml.notesSlide+xml"/>
  <Override PartName="/ppt/notesSlides/notesSlide494.xml" ContentType="application/vnd.openxmlformats-officedocument.presentationml.notesSlide+xml"/>
  <Override PartName="/ppt/notesSlides/notesSlide495.xml" ContentType="application/vnd.openxmlformats-officedocument.presentationml.notesSlide+xml"/>
  <Override PartName="/ppt/notesSlides/notesSlide496.xml" ContentType="application/vnd.openxmlformats-officedocument.presentationml.notesSlide+xml"/>
  <Override PartName="/ppt/notesSlides/notesSlide497.xml" ContentType="application/vnd.openxmlformats-officedocument.presentationml.notesSlide+xml"/>
  <Override PartName="/ppt/notesSlides/notesSlide498.xml" ContentType="application/vnd.openxmlformats-officedocument.presentationml.notesSlide+xml"/>
  <Override PartName="/ppt/notesSlides/notesSlide49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00.xml" ContentType="application/vnd.openxmlformats-officedocument.presentationml.notesSlide+xml"/>
  <Override PartName="/ppt/notesSlides/notesSlide501.xml" ContentType="application/vnd.openxmlformats-officedocument.presentationml.notesSlide+xml"/>
  <Override PartName="/ppt/notesSlides/notesSlide502.xml" ContentType="application/vnd.openxmlformats-officedocument.presentationml.notesSlide+xml"/>
  <Override PartName="/ppt/notesSlides/notesSlide503.xml" ContentType="application/vnd.openxmlformats-officedocument.presentationml.notesSlide+xml"/>
  <Override PartName="/ppt/notesSlides/notesSlide504.xml" ContentType="application/vnd.openxmlformats-officedocument.presentationml.notesSlide+xml"/>
  <Override PartName="/ppt/notesSlides/notesSlide505.xml" ContentType="application/vnd.openxmlformats-officedocument.presentationml.notesSlide+xml"/>
  <Override PartName="/ppt/notesSlides/notesSlide506.xml" ContentType="application/vnd.openxmlformats-officedocument.presentationml.notesSlide+xml"/>
  <Override PartName="/ppt/notesSlides/notesSlide507.xml" ContentType="application/vnd.openxmlformats-officedocument.presentationml.notesSlide+xml"/>
  <Override PartName="/ppt/notesSlides/notesSlide508.xml" ContentType="application/vnd.openxmlformats-officedocument.presentationml.notesSlide+xml"/>
  <Override PartName="/ppt/notesSlides/notesSlide50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10.xml" ContentType="application/vnd.openxmlformats-officedocument.presentationml.notesSlide+xml"/>
  <Override PartName="/ppt/notesSlides/notesSlide511.xml" ContentType="application/vnd.openxmlformats-officedocument.presentationml.notesSlide+xml"/>
  <Override PartName="/ppt/notesSlides/notesSlide512.xml" ContentType="application/vnd.openxmlformats-officedocument.presentationml.notesSlide+xml"/>
  <Override PartName="/ppt/notesSlides/notesSlide513.xml" ContentType="application/vnd.openxmlformats-officedocument.presentationml.notesSlide+xml"/>
  <Override PartName="/ppt/notesSlides/notesSlide514.xml" ContentType="application/vnd.openxmlformats-officedocument.presentationml.notesSlide+xml"/>
  <Override PartName="/ppt/notesSlides/notesSlide515.xml" ContentType="application/vnd.openxmlformats-officedocument.presentationml.notesSlide+xml"/>
  <Override PartName="/ppt/notesSlides/notesSlide516.xml" ContentType="application/vnd.openxmlformats-officedocument.presentationml.notesSlide+xml"/>
  <Override PartName="/ppt/notesSlides/notesSlide517.xml" ContentType="application/vnd.openxmlformats-officedocument.presentationml.notesSlide+xml"/>
  <Override PartName="/ppt/notesSlides/notesSlide518.xml" ContentType="application/vnd.openxmlformats-officedocument.presentationml.notesSlide+xml"/>
  <Override PartName="/ppt/notesSlides/notesSlide51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20.xml" ContentType="application/vnd.openxmlformats-officedocument.presentationml.notesSlide+xml"/>
  <Override PartName="/ppt/notesSlides/notesSlide521.xml" ContentType="application/vnd.openxmlformats-officedocument.presentationml.notesSlide+xml"/>
  <Override PartName="/ppt/notesSlides/notesSlide522.xml" ContentType="application/vnd.openxmlformats-officedocument.presentationml.notesSlide+xml"/>
  <Override PartName="/ppt/notesSlides/notesSlide523.xml" ContentType="application/vnd.openxmlformats-officedocument.presentationml.notesSlide+xml"/>
  <Override PartName="/ppt/notesSlides/notesSlide524.xml" ContentType="application/vnd.openxmlformats-officedocument.presentationml.notesSlide+xml"/>
  <Override PartName="/ppt/notesSlides/notesSlide525.xml" ContentType="application/vnd.openxmlformats-officedocument.presentationml.notesSlide+xml"/>
  <Override PartName="/ppt/notesSlides/notesSlide526.xml" ContentType="application/vnd.openxmlformats-officedocument.presentationml.notesSlide+xml"/>
  <Override PartName="/ppt/notesSlides/notesSlide527.xml" ContentType="application/vnd.openxmlformats-officedocument.presentationml.notesSlide+xml"/>
  <Override PartName="/ppt/notesSlides/notesSlide528.xml" ContentType="application/vnd.openxmlformats-officedocument.presentationml.notesSlide+xml"/>
  <Override PartName="/ppt/notesSlides/notesSlide529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30.xml" ContentType="application/vnd.openxmlformats-officedocument.presentationml.notesSlide+xml"/>
  <Override PartName="/ppt/notesSlides/notesSlide531.xml" ContentType="application/vnd.openxmlformats-officedocument.presentationml.notesSlide+xml"/>
  <Override PartName="/ppt/notesSlides/notesSlide532.xml" ContentType="application/vnd.openxmlformats-officedocument.presentationml.notesSlide+xml"/>
  <Override PartName="/ppt/notesSlides/notesSlide533.xml" ContentType="application/vnd.openxmlformats-officedocument.presentationml.notesSlide+xml"/>
  <Override PartName="/ppt/notesSlides/notesSlide534.xml" ContentType="application/vnd.openxmlformats-officedocument.presentationml.notesSlide+xml"/>
  <Override PartName="/ppt/notesSlides/notesSlide535.xml" ContentType="application/vnd.openxmlformats-officedocument.presentationml.notesSlide+xml"/>
  <Override PartName="/ppt/notesSlides/notesSlide536.xml" ContentType="application/vnd.openxmlformats-officedocument.presentationml.notesSlide+xml"/>
  <Override PartName="/ppt/notesSlides/notesSlide537.xml" ContentType="application/vnd.openxmlformats-officedocument.presentationml.notesSlide+xml"/>
  <Override PartName="/ppt/notesSlides/notesSlide538.xml" ContentType="application/vnd.openxmlformats-officedocument.presentationml.notesSlide+xml"/>
  <Override PartName="/ppt/notesSlides/notesSlide539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40.xml" ContentType="application/vnd.openxmlformats-officedocument.presentationml.notesSlide+xml"/>
  <Override PartName="/ppt/notesSlides/notesSlide541.xml" ContentType="application/vnd.openxmlformats-officedocument.presentationml.notesSlide+xml"/>
  <Override PartName="/ppt/notesSlides/notesSlide542.xml" ContentType="application/vnd.openxmlformats-officedocument.presentationml.notesSlide+xml"/>
  <Override PartName="/ppt/notesSlides/notesSlide543.xml" ContentType="application/vnd.openxmlformats-officedocument.presentationml.notesSlide+xml"/>
  <Override PartName="/ppt/notesSlides/notesSlide544.xml" ContentType="application/vnd.openxmlformats-officedocument.presentationml.notesSlide+xml"/>
  <Override PartName="/ppt/notesSlides/notesSlide545.xml" ContentType="application/vnd.openxmlformats-officedocument.presentationml.notesSlide+xml"/>
  <Override PartName="/ppt/notesSlides/notesSlide546.xml" ContentType="application/vnd.openxmlformats-officedocument.presentationml.notesSlide+xml"/>
  <Override PartName="/ppt/notesSlides/notesSlide547.xml" ContentType="application/vnd.openxmlformats-officedocument.presentationml.notesSlide+xml"/>
  <Override PartName="/ppt/notesSlides/notesSlide548.xml" ContentType="application/vnd.openxmlformats-officedocument.presentationml.notesSlide+xml"/>
  <Override PartName="/ppt/notesSlides/notesSlide54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50.xml" ContentType="application/vnd.openxmlformats-officedocument.presentationml.notesSlide+xml"/>
  <Override PartName="/ppt/notesSlides/notesSlide551.xml" ContentType="application/vnd.openxmlformats-officedocument.presentationml.notesSlide+xml"/>
  <Override PartName="/ppt/notesSlides/notesSlide552.xml" ContentType="application/vnd.openxmlformats-officedocument.presentationml.notesSlide+xml"/>
  <Override PartName="/ppt/notesSlides/notesSlide553.xml" ContentType="application/vnd.openxmlformats-officedocument.presentationml.notesSlide+xml"/>
  <Override PartName="/ppt/notesSlides/notesSlide554.xml" ContentType="application/vnd.openxmlformats-officedocument.presentationml.notesSlide+xml"/>
  <Override PartName="/ppt/notesSlides/notesSlide555.xml" ContentType="application/vnd.openxmlformats-officedocument.presentationml.notesSlide+xml"/>
  <Override PartName="/ppt/notesSlides/notesSlide556.xml" ContentType="application/vnd.openxmlformats-officedocument.presentationml.notesSlide+xml"/>
  <Override PartName="/ppt/notesSlides/notesSlide557.xml" ContentType="application/vnd.openxmlformats-officedocument.presentationml.notesSlide+xml"/>
  <Override PartName="/ppt/notesSlides/notesSlide558.xml" ContentType="application/vnd.openxmlformats-officedocument.presentationml.notesSlide+xml"/>
  <Override PartName="/ppt/notesSlides/notesSlide55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60.xml" ContentType="application/vnd.openxmlformats-officedocument.presentationml.notesSlide+xml"/>
  <Override PartName="/ppt/notesSlides/notesSlide561.xml" ContentType="application/vnd.openxmlformats-officedocument.presentationml.notesSlide+xml"/>
  <Override PartName="/ppt/notesSlides/notesSlide562.xml" ContentType="application/vnd.openxmlformats-officedocument.presentationml.notesSlide+xml"/>
  <Override PartName="/ppt/notesSlides/notesSlide563.xml" ContentType="application/vnd.openxmlformats-officedocument.presentationml.notesSlide+xml"/>
  <Override PartName="/ppt/notesSlides/notesSlide564.xml" ContentType="application/vnd.openxmlformats-officedocument.presentationml.notesSlide+xml"/>
  <Override PartName="/ppt/notesSlides/notesSlide565.xml" ContentType="application/vnd.openxmlformats-officedocument.presentationml.notesSlide+xml"/>
  <Override PartName="/ppt/notesSlides/notesSlide566.xml" ContentType="application/vnd.openxmlformats-officedocument.presentationml.notesSlide+xml"/>
  <Override PartName="/ppt/notesSlides/notesSlide567.xml" ContentType="application/vnd.openxmlformats-officedocument.presentationml.notesSlide+xml"/>
  <Override PartName="/ppt/notesSlides/notesSlide568.xml" ContentType="application/vnd.openxmlformats-officedocument.presentationml.notesSlide+xml"/>
  <Override PartName="/ppt/notesSlides/notesSlide56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70.xml" ContentType="application/vnd.openxmlformats-officedocument.presentationml.notesSlide+xml"/>
  <Override PartName="/ppt/notesSlides/notesSlide571.xml" ContentType="application/vnd.openxmlformats-officedocument.presentationml.notesSlide+xml"/>
  <Override PartName="/ppt/notesSlides/notesSlide572.xml" ContentType="application/vnd.openxmlformats-officedocument.presentationml.notesSlide+xml"/>
  <Override PartName="/ppt/notesSlides/notesSlide573.xml" ContentType="application/vnd.openxmlformats-officedocument.presentationml.notesSlide+xml"/>
  <Override PartName="/ppt/notesSlides/notesSlide574.xml" ContentType="application/vnd.openxmlformats-officedocument.presentationml.notesSlide+xml"/>
  <Override PartName="/ppt/notesSlides/notesSlide575.xml" ContentType="application/vnd.openxmlformats-officedocument.presentationml.notesSlide+xml"/>
  <Override PartName="/ppt/notesSlides/notesSlide576.xml" ContentType="application/vnd.openxmlformats-officedocument.presentationml.notesSlide+xml"/>
  <Override PartName="/ppt/notesSlides/notesSlide577.xml" ContentType="application/vnd.openxmlformats-officedocument.presentationml.notesSlide+xml"/>
  <Override PartName="/ppt/notesSlides/notesSlide578.xml" ContentType="application/vnd.openxmlformats-officedocument.presentationml.notesSlide+xml"/>
  <Override PartName="/ppt/notesSlides/notesSlide57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80.xml" ContentType="application/vnd.openxmlformats-officedocument.presentationml.notesSlide+xml"/>
  <Override PartName="/ppt/notesSlides/notesSlide581.xml" ContentType="application/vnd.openxmlformats-officedocument.presentationml.notesSlide+xml"/>
  <Override PartName="/ppt/notesSlides/notesSlide582.xml" ContentType="application/vnd.openxmlformats-officedocument.presentationml.notesSlide+xml"/>
  <Override PartName="/ppt/notesSlides/notesSlide583.xml" ContentType="application/vnd.openxmlformats-officedocument.presentationml.notesSlide+xml"/>
  <Override PartName="/ppt/notesSlides/notesSlide584.xml" ContentType="application/vnd.openxmlformats-officedocument.presentationml.notesSlide+xml"/>
  <Override PartName="/ppt/notesSlides/notesSlide585.xml" ContentType="application/vnd.openxmlformats-officedocument.presentationml.notesSlide+xml"/>
  <Override PartName="/ppt/notesSlides/notesSlide586.xml" ContentType="application/vnd.openxmlformats-officedocument.presentationml.notesSlide+xml"/>
  <Override PartName="/ppt/notesSlides/notesSlide587.xml" ContentType="application/vnd.openxmlformats-officedocument.presentationml.notesSlide+xml"/>
  <Override PartName="/ppt/notesSlides/notesSlide588.xml" ContentType="application/vnd.openxmlformats-officedocument.presentationml.notesSlide+xml"/>
  <Override PartName="/ppt/notesSlides/notesSlide589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90.xml" ContentType="application/vnd.openxmlformats-officedocument.presentationml.notesSlide+xml"/>
  <Override PartName="/ppt/notesSlides/notesSlide591.xml" ContentType="application/vnd.openxmlformats-officedocument.presentationml.notesSlide+xml"/>
  <Override PartName="/ppt/notesSlides/notesSlide592.xml" ContentType="application/vnd.openxmlformats-officedocument.presentationml.notesSlide+xml"/>
  <Override PartName="/ppt/notesSlides/notesSlide593.xml" ContentType="application/vnd.openxmlformats-officedocument.presentationml.notesSlide+xml"/>
  <Override PartName="/ppt/notesSlides/notesSlide594.xml" ContentType="application/vnd.openxmlformats-officedocument.presentationml.notesSlide+xml"/>
  <Override PartName="/ppt/notesSlides/notesSlide595.xml" ContentType="application/vnd.openxmlformats-officedocument.presentationml.notesSlide+xml"/>
  <Override PartName="/ppt/notesSlides/notesSlide596.xml" ContentType="application/vnd.openxmlformats-officedocument.presentationml.notesSlide+xml"/>
  <Override PartName="/ppt/notesSlides/notesSlide597.xml" ContentType="application/vnd.openxmlformats-officedocument.presentationml.notesSlide+xml"/>
  <Override PartName="/ppt/notesSlides/notesSlide598.xml" ContentType="application/vnd.openxmlformats-officedocument.presentationml.notesSlide+xml"/>
  <Override PartName="/ppt/notesSlides/notesSlide59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00.xml" ContentType="application/vnd.openxmlformats-officedocument.presentationml.notesSlide+xml"/>
  <Override PartName="/ppt/notesSlides/notesSlide601.xml" ContentType="application/vnd.openxmlformats-officedocument.presentationml.notesSlide+xml"/>
  <Override PartName="/ppt/notesSlides/notesSlide602.xml" ContentType="application/vnd.openxmlformats-officedocument.presentationml.notesSlide+xml"/>
  <Override PartName="/ppt/notesSlides/notesSlide603.xml" ContentType="application/vnd.openxmlformats-officedocument.presentationml.notesSlide+xml"/>
  <Override PartName="/ppt/notesSlides/notesSlide604.xml" ContentType="application/vnd.openxmlformats-officedocument.presentationml.notesSlide+xml"/>
  <Override PartName="/ppt/notesSlides/notesSlide605.xml" ContentType="application/vnd.openxmlformats-officedocument.presentationml.notesSlide+xml"/>
  <Override PartName="/ppt/notesSlides/notesSlide606.xml" ContentType="application/vnd.openxmlformats-officedocument.presentationml.notesSlide+xml"/>
  <Override PartName="/ppt/notesSlides/notesSlide607.xml" ContentType="application/vnd.openxmlformats-officedocument.presentationml.notesSlide+xml"/>
  <Override PartName="/ppt/notesSlides/notesSlide608.xml" ContentType="application/vnd.openxmlformats-officedocument.presentationml.notesSlide+xml"/>
  <Override PartName="/ppt/notesSlides/notesSlide60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10.xml" ContentType="application/vnd.openxmlformats-officedocument.presentationml.notesSlide+xml"/>
  <Override PartName="/ppt/notesSlides/notesSlide611.xml" ContentType="application/vnd.openxmlformats-officedocument.presentationml.notesSlide+xml"/>
  <Override PartName="/ppt/notesSlides/notesSlide612.xml" ContentType="application/vnd.openxmlformats-officedocument.presentationml.notesSlide+xml"/>
  <Override PartName="/ppt/notesSlides/notesSlide613.xml" ContentType="application/vnd.openxmlformats-officedocument.presentationml.notesSlide+xml"/>
  <Override PartName="/ppt/notesSlides/notesSlide61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  <p:sldId id="655" r:id="rId407"/>
    <p:sldId id="656" r:id="rId408"/>
    <p:sldId id="657" r:id="rId409"/>
    <p:sldId id="658" r:id="rId410"/>
    <p:sldId id="659" r:id="rId411"/>
    <p:sldId id="660" r:id="rId412"/>
    <p:sldId id="661" r:id="rId413"/>
    <p:sldId id="662" r:id="rId414"/>
    <p:sldId id="663" r:id="rId415"/>
    <p:sldId id="664" r:id="rId416"/>
    <p:sldId id="665" r:id="rId417"/>
    <p:sldId id="666" r:id="rId418"/>
    <p:sldId id="667" r:id="rId419"/>
    <p:sldId id="668" r:id="rId420"/>
    <p:sldId id="669" r:id="rId421"/>
    <p:sldId id="670" r:id="rId422"/>
    <p:sldId id="671" r:id="rId423"/>
    <p:sldId id="672" r:id="rId424"/>
    <p:sldId id="673" r:id="rId425"/>
    <p:sldId id="674" r:id="rId426"/>
    <p:sldId id="675" r:id="rId427"/>
    <p:sldId id="676" r:id="rId428"/>
    <p:sldId id="677" r:id="rId429"/>
    <p:sldId id="678" r:id="rId430"/>
    <p:sldId id="679" r:id="rId431"/>
    <p:sldId id="680" r:id="rId432"/>
    <p:sldId id="681" r:id="rId433"/>
    <p:sldId id="682" r:id="rId434"/>
    <p:sldId id="683" r:id="rId435"/>
    <p:sldId id="684" r:id="rId436"/>
    <p:sldId id="685" r:id="rId437"/>
    <p:sldId id="686" r:id="rId438"/>
    <p:sldId id="687" r:id="rId439"/>
    <p:sldId id="688" r:id="rId440"/>
    <p:sldId id="689" r:id="rId441"/>
    <p:sldId id="690" r:id="rId442"/>
    <p:sldId id="691" r:id="rId443"/>
    <p:sldId id="692" r:id="rId444"/>
    <p:sldId id="693" r:id="rId445"/>
    <p:sldId id="694" r:id="rId446"/>
    <p:sldId id="695" r:id="rId447"/>
    <p:sldId id="696" r:id="rId448"/>
    <p:sldId id="697" r:id="rId449"/>
    <p:sldId id="698" r:id="rId450"/>
    <p:sldId id="699" r:id="rId451"/>
    <p:sldId id="700" r:id="rId452"/>
    <p:sldId id="701" r:id="rId453"/>
    <p:sldId id="702" r:id="rId454"/>
    <p:sldId id="703" r:id="rId455"/>
    <p:sldId id="704" r:id="rId456"/>
    <p:sldId id="705" r:id="rId457"/>
    <p:sldId id="706" r:id="rId458"/>
    <p:sldId id="707" r:id="rId459"/>
    <p:sldId id="708" r:id="rId460"/>
    <p:sldId id="709" r:id="rId461"/>
    <p:sldId id="710" r:id="rId462"/>
    <p:sldId id="711" r:id="rId463"/>
    <p:sldId id="712" r:id="rId464"/>
    <p:sldId id="713" r:id="rId465"/>
    <p:sldId id="714" r:id="rId466"/>
    <p:sldId id="715" r:id="rId467"/>
    <p:sldId id="716" r:id="rId468"/>
    <p:sldId id="717" r:id="rId469"/>
    <p:sldId id="718" r:id="rId470"/>
    <p:sldId id="719" r:id="rId471"/>
    <p:sldId id="720" r:id="rId472"/>
    <p:sldId id="721" r:id="rId473"/>
    <p:sldId id="722" r:id="rId474"/>
    <p:sldId id="723" r:id="rId475"/>
    <p:sldId id="724" r:id="rId476"/>
    <p:sldId id="725" r:id="rId477"/>
    <p:sldId id="726" r:id="rId478"/>
    <p:sldId id="727" r:id="rId479"/>
    <p:sldId id="728" r:id="rId480"/>
    <p:sldId id="729" r:id="rId481"/>
    <p:sldId id="730" r:id="rId482"/>
    <p:sldId id="731" r:id="rId483"/>
    <p:sldId id="732" r:id="rId484"/>
    <p:sldId id="733" r:id="rId485"/>
    <p:sldId id="734" r:id="rId486"/>
    <p:sldId id="735" r:id="rId487"/>
    <p:sldId id="736" r:id="rId488"/>
    <p:sldId id="737" r:id="rId489"/>
    <p:sldId id="738" r:id="rId490"/>
    <p:sldId id="739" r:id="rId491"/>
    <p:sldId id="740" r:id="rId492"/>
    <p:sldId id="741" r:id="rId493"/>
    <p:sldId id="742" r:id="rId494"/>
    <p:sldId id="743" r:id="rId495"/>
    <p:sldId id="744" r:id="rId496"/>
    <p:sldId id="745" r:id="rId497"/>
    <p:sldId id="746" r:id="rId498"/>
    <p:sldId id="747" r:id="rId499"/>
    <p:sldId id="748" r:id="rId500"/>
    <p:sldId id="749" r:id="rId501"/>
    <p:sldId id="750" r:id="rId502"/>
    <p:sldId id="751" r:id="rId503"/>
    <p:sldId id="752" r:id="rId504"/>
    <p:sldId id="753" r:id="rId505"/>
    <p:sldId id="754" r:id="rId506"/>
    <p:sldId id="755" r:id="rId507"/>
    <p:sldId id="756" r:id="rId508"/>
    <p:sldId id="757" r:id="rId509"/>
    <p:sldId id="758" r:id="rId510"/>
    <p:sldId id="759" r:id="rId511"/>
    <p:sldId id="760" r:id="rId512"/>
    <p:sldId id="761" r:id="rId513"/>
    <p:sldId id="762" r:id="rId514"/>
    <p:sldId id="763" r:id="rId515"/>
    <p:sldId id="764" r:id="rId516"/>
    <p:sldId id="765" r:id="rId517"/>
    <p:sldId id="766" r:id="rId518"/>
    <p:sldId id="767" r:id="rId519"/>
    <p:sldId id="768" r:id="rId520"/>
    <p:sldId id="769" r:id="rId521"/>
    <p:sldId id="770" r:id="rId522"/>
    <p:sldId id="771" r:id="rId523"/>
    <p:sldId id="772" r:id="rId524"/>
    <p:sldId id="773" r:id="rId525"/>
    <p:sldId id="774" r:id="rId526"/>
    <p:sldId id="775" r:id="rId527"/>
    <p:sldId id="776" r:id="rId528"/>
    <p:sldId id="777" r:id="rId529"/>
    <p:sldId id="778" r:id="rId530"/>
    <p:sldId id="779" r:id="rId531"/>
    <p:sldId id="780" r:id="rId532"/>
    <p:sldId id="781" r:id="rId533"/>
    <p:sldId id="782" r:id="rId534"/>
    <p:sldId id="783" r:id="rId535"/>
    <p:sldId id="784" r:id="rId536"/>
    <p:sldId id="785" r:id="rId537"/>
    <p:sldId id="786" r:id="rId538"/>
    <p:sldId id="787" r:id="rId539"/>
    <p:sldId id="788" r:id="rId540"/>
    <p:sldId id="789" r:id="rId541"/>
    <p:sldId id="790" r:id="rId542"/>
    <p:sldId id="791" r:id="rId543"/>
    <p:sldId id="792" r:id="rId544"/>
    <p:sldId id="793" r:id="rId545"/>
    <p:sldId id="794" r:id="rId546"/>
    <p:sldId id="795" r:id="rId547"/>
    <p:sldId id="796" r:id="rId548"/>
    <p:sldId id="797" r:id="rId549"/>
    <p:sldId id="798" r:id="rId550"/>
    <p:sldId id="799" r:id="rId551"/>
    <p:sldId id="800" r:id="rId552"/>
    <p:sldId id="801" r:id="rId553"/>
    <p:sldId id="802" r:id="rId554"/>
    <p:sldId id="803" r:id="rId555"/>
    <p:sldId id="804" r:id="rId556"/>
    <p:sldId id="805" r:id="rId557"/>
    <p:sldId id="806" r:id="rId558"/>
    <p:sldId id="807" r:id="rId559"/>
    <p:sldId id="808" r:id="rId560"/>
    <p:sldId id="809" r:id="rId561"/>
    <p:sldId id="810" r:id="rId562"/>
    <p:sldId id="811" r:id="rId563"/>
    <p:sldId id="812" r:id="rId564"/>
    <p:sldId id="813" r:id="rId565"/>
    <p:sldId id="814" r:id="rId566"/>
    <p:sldId id="815" r:id="rId567"/>
    <p:sldId id="816" r:id="rId568"/>
    <p:sldId id="817" r:id="rId569"/>
    <p:sldId id="818" r:id="rId570"/>
    <p:sldId id="819" r:id="rId571"/>
    <p:sldId id="820" r:id="rId572"/>
    <p:sldId id="821" r:id="rId573"/>
    <p:sldId id="822" r:id="rId574"/>
    <p:sldId id="823" r:id="rId575"/>
    <p:sldId id="824" r:id="rId576"/>
    <p:sldId id="825" r:id="rId577"/>
    <p:sldId id="826" r:id="rId578"/>
    <p:sldId id="827" r:id="rId579"/>
    <p:sldId id="828" r:id="rId580"/>
    <p:sldId id="829" r:id="rId581"/>
    <p:sldId id="830" r:id="rId582"/>
    <p:sldId id="831" r:id="rId583"/>
    <p:sldId id="832" r:id="rId584"/>
    <p:sldId id="833" r:id="rId585"/>
    <p:sldId id="834" r:id="rId586"/>
    <p:sldId id="835" r:id="rId587"/>
    <p:sldId id="836" r:id="rId588"/>
    <p:sldId id="837" r:id="rId589"/>
    <p:sldId id="838" r:id="rId590"/>
    <p:sldId id="839" r:id="rId591"/>
    <p:sldId id="840" r:id="rId592"/>
    <p:sldId id="841" r:id="rId593"/>
    <p:sldId id="842" r:id="rId594"/>
    <p:sldId id="843" r:id="rId595"/>
    <p:sldId id="844" r:id="rId596"/>
    <p:sldId id="845" r:id="rId597"/>
    <p:sldId id="846" r:id="rId598"/>
    <p:sldId id="847" r:id="rId599"/>
    <p:sldId id="848" r:id="rId600"/>
    <p:sldId id="849" r:id="rId601"/>
    <p:sldId id="850" r:id="rId602"/>
    <p:sldId id="851" r:id="rId603"/>
    <p:sldId id="852" r:id="rId604"/>
    <p:sldId id="853" r:id="rId605"/>
    <p:sldId id="854" r:id="rId606"/>
    <p:sldId id="855" r:id="rId607"/>
    <p:sldId id="856" r:id="rId608"/>
    <p:sldId id="857" r:id="rId609"/>
    <p:sldId id="858" r:id="rId610"/>
    <p:sldId id="859" r:id="rId611"/>
    <p:sldId id="860" r:id="rId612"/>
    <p:sldId id="861" r:id="rId613"/>
    <p:sldId id="862" r:id="rId614"/>
    <p:sldId id="863" r:id="rId615"/>
    <p:sldId id="864" r:id="rId616"/>
    <p:sldId id="865" r:id="rId617"/>
    <p:sldId id="866" r:id="rId618"/>
    <p:sldId id="867" r:id="rId619"/>
    <p:sldId id="868" r:id="rId620"/>
    <p:sldId id="869" r:id="rId621"/>
    <p:sldId id="870" r:id="rId622"/>
    <p:sldId id="871" r:id="rId623"/>
    <p:sldId id="872" r:id="rId624"/>
    <p:sldId id="873" r:id="rId625"/>
    <p:sldId id="874" r:id="rId626"/>
    <p:sldId id="875" r:id="rId627"/>
    <p:sldId id="876" r:id="rId628"/>
    <p:sldId id="877" r:id="rId629"/>
    <p:sldId id="878" r:id="rId630"/>
    <p:sldId id="879" r:id="rId631"/>
    <p:sldId id="880" r:id="rId632"/>
    <p:sldId id="881" r:id="rId633"/>
    <p:sldId id="882" r:id="rId634"/>
    <p:sldId id="883" r:id="rId635"/>
    <p:sldId id="884" r:id="rId636"/>
    <p:sldId id="885" r:id="rId637"/>
    <p:sldId id="886" r:id="rId638"/>
    <p:sldId id="887" r:id="rId639"/>
    <p:sldId id="888" r:id="rId640"/>
    <p:sldId id="889" r:id="rId641"/>
    <p:sldId id="890" r:id="rId642"/>
    <p:sldId id="891" r:id="rId643"/>
    <p:sldId id="892" r:id="rId644"/>
    <p:sldId id="893" r:id="rId645"/>
    <p:sldId id="894" r:id="rId646"/>
    <p:sldId id="895" r:id="rId647"/>
    <p:sldId id="896" r:id="rId648"/>
    <p:sldId id="897" r:id="rId649"/>
    <p:sldId id="898" r:id="rId650"/>
    <p:sldId id="899" r:id="rId651"/>
    <p:sldId id="900" r:id="rId652"/>
    <p:sldId id="901" r:id="rId653"/>
    <p:sldId id="902" r:id="rId6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Relationship Id="rId407" Type="http://schemas.openxmlformats.org/officeDocument/2006/relationships/slide" Target="slides/slide400.xml"/><Relationship Id="rId408" Type="http://schemas.openxmlformats.org/officeDocument/2006/relationships/slide" Target="slides/slide401.xml"/><Relationship Id="rId409" Type="http://schemas.openxmlformats.org/officeDocument/2006/relationships/slide" Target="slides/slide402.xml"/><Relationship Id="rId410" Type="http://schemas.openxmlformats.org/officeDocument/2006/relationships/slide" Target="slides/slide403.xml"/><Relationship Id="rId411" Type="http://schemas.openxmlformats.org/officeDocument/2006/relationships/slide" Target="slides/slide404.xml"/><Relationship Id="rId412" Type="http://schemas.openxmlformats.org/officeDocument/2006/relationships/slide" Target="slides/slide405.xml"/><Relationship Id="rId413" Type="http://schemas.openxmlformats.org/officeDocument/2006/relationships/slide" Target="slides/slide406.xml"/><Relationship Id="rId414" Type="http://schemas.openxmlformats.org/officeDocument/2006/relationships/slide" Target="slides/slide407.xml"/><Relationship Id="rId415" Type="http://schemas.openxmlformats.org/officeDocument/2006/relationships/slide" Target="slides/slide408.xml"/><Relationship Id="rId416" Type="http://schemas.openxmlformats.org/officeDocument/2006/relationships/slide" Target="slides/slide409.xml"/><Relationship Id="rId417" Type="http://schemas.openxmlformats.org/officeDocument/2006/relationships/slide" Target="slides/slide410.xml"/><Relationship Id="rId418" Type="http://schemas.openxmlformats.org/officeDocument/2006/relationships/slide" Target="slides/slide411.xml"/><Relationship Id="rId419" Type="http://schemas.openxmlformats.org/officeDocument/2006/relationships/slide" Target="slides/slide412.xml"/><Relationship Id="rId420" Type="http://schemas.openxmlformats.org/officeDocument/2006/relationships/slide" Target="slides/slide413.xml"/><Relationship Id="rId421" Type="http://schemas.openxmlformats.org/officeDocument/2006/relationships/slide" Target="slides/slide414.xml"/><Relationship Id="rId422" Type="http://schemas.openxmlformats.org/officeDocument/2006/relationships/slide" Target="slides/slide415.xml"/><Relationship Id="rId423" Type="http://schemas.openxmlformats.org/officeDocument/2006/relationships/slide" Target="slides/slide416.xml"/><Relationship Id="rId424" Type="http://schemas.openxmlformats.org/officeDocument/2006/relationships/slide" Target="slides/slide417.xml"/><Relationship Id="rId425" Type="http://schemas.openxmlformats.org/officeDocument/2006/relationships/slide" Target="slides/slide418.xml"/><Relationship Id="rId426" Type="http://schemas.openxmlformats.org/officeDocument/2006/relationships/slide" Target="slides/slide419.xml"/><Relationship Id="rId427" Type="http://schemas.openxmlformats.org/officeDocument/2006/relationships/slide" Target="slides/slide420.xml"/><Relationship Id="rId428" Type="http://schemas.openxmlformats.org/officeDocument/2006/relationships/slide" Target="slides/slide421.xml"/><Relationship Id="rId429" Type="http://schemas.openxmlformats.org/officeDocument/2006/relationships/slide" Target="slides/slide422.xml"/><Relationship Id="rId430" Type="http://schemas.openxmlformats.org/officeDocument/2006/relationships/slide" Target="slides/slide423.xml"/><Relationship Id="rId431" Type="http://schemas.openxmlformats.org/officeDocument/2006/relationships/slide" Target="slides/slide424.xml"/><Relationship Id="rId432" Type="http://schemas.openxmlformats.org/officeDocument/2006/relationships/slide" Target="slides/slide425.xml"/><Relationship Id="rId433" Type="http://schemas.openxmlformats.org/officeDocument/2006/relationships/slide" Target="slides/slide426.xml"/><Relationship Id="rId434" Type="http://schemas.openxmlformats.org/officeDocument/2006/relationships/slide" Target="slides/slide427.xml"/><Relationship Id="rId435" Type="http://schemas.openxmlformats.org/officeDocument/2006/relationships/slide" Target="slides/slide428.xml"/><Relationship Id="rId436" Type="http://schemas.openxmlformats.org/officeDocument/2006/relationships/slide" Target="slides/slide429.xml"/><Relationship Id="rId437" Type="http://schemas.openxmlformats.org/officeDocument/2006/relationships/slide" Target="slides/slide430.xml"/><Relationship Id="rId438" Type="http://schemas.openxmlformats.org/officeDocument/2006/relationships/slide" Target="slides/slide431.xml"/><Relationship Id="rId439" Type="http://schemas.openxmlformats.org/officeDocument/2006/relationships/slide" Target="slides/slide432.xml"/><Relationship Id="rId440" Type="http://schemas.openxmlformats.org/officeDocument/2006/relationships/slide" Target="slides/slide433.xml"/><Relationship Id="rId441" Type="http://schemas.openxmlformats.org/officeDocument/2006/relationships/slide" Target="slides/slide434.xml"/><Relationship Id="rId442" Type="http://schemas.openxmlformats.org/officeDocument/2006/relationships/slide" Target="slides/slide435.xml"/><Relationship Id="rId443" Type="http://schemas.openxmlformats.org/officeDocument/2006/relationships/slide" Target="slides/slide436.xml"/><Relationship Id="rId444" Type="http://schemas.openxmlformats.org/officeDocument/2006/relationships/slide" Target="slides/slide437.xml"/><Relationship Id="rId445" Type="http://schemas.openxmlformats.org/officeDocument/2006/relationships/slide" Target="slides/slide438.xml"/><Relationship Id="rId446" Type="http://schemas.openxmlformats.org/officeDocument/2006/relationships/slide" Target="slides/slide439.xml"/><Relationship Id="rId447" Type="http://schemas.openxmlformats.org/officeDocument/2006/relationships/slide" Target="slides/slide440.xml"/><Relationship Id="rId448" Type="http://schemas.openxmlformats.org/officeDocument/2006/relationships/slide" Target="slides/slide441.xml"/><Relationship Id="rId449" Type="http://schemas.openxmlformats.org/officeDocument/2006/relationships/slide" Target="slides/slide442.xml"/><Relationship Id="rId450" Type="http://schemas.openxmlformats.org/officeDocument/2006/relationships/slide" Target="slides/slide443.xml"/><Relationship Id="rId451" Type="http://schemas.openxmlformats.org/officeDocument/2006/relationships/slide" Target="slides/slide444.xml"/><Relationship Id="rId452" Type="http://schemas.openxmlformats.org/officeDocument/2006/relationships/slide" Target="slides/slide445.xml"/><Relationship Id="rId453" Type="http://schemas.openxmlformats.org/officeDocument/2006/relationships/slide" Target="slides/slide446.xml"/><Relationship Id="rId454" Type="http://schemas.openxmlformats.org/officeDocument/2006/relationships/slide" Target="slides/slide447.xml"/><Relationship Id="rId455" Type="http://schemas.openxmlformats.org/officeDocument/2006/relationships/slide" Target="slides/slide448.xml"/><Relationship Id="rId456" Type="http://schemas.openxmlformats.org/officeDocument/2006/relationships/slide" Target="slides/slide449.xml"/><Relationship Id="rId457" Type="http://schemas.openxmlformats.org/officeDocument/2006/relationships/slide" Target="slides/slide450.xml"/><Relationship Id="rId458" Type="http://schemas.openxmlformats.org/officeDocument/2006/relationships/slide" Target="slides/slide451.xml"/><Relationship Id="rId459" Type="http://schemas.openxmlformats.org/officeDocument/2006/relationships/slide" Target="slides/slide452.xml"/><Relationship Id="rId460" Type="http://schemas.openxmlformats.org/officeDocument/2006/relationships/slide" Target="slides/slide453.xml"/><Relationship Id="rId461" Type="http://schemas.openxmlformats.org/officeDocument/2006/relationships/slide" Target="slides/slide454.xml"/><Relationship Id="rId462" Type="http://schemas.openxmlformats.org/officeDocument/2006/relationships/slide" Target="slides/slide455.xml"/><Relationship Id="rId463" Type="http://schemas.openxmlformats.org/officeDocument/2006/relationships/slide" Target="slides/slide456.xml"/><Relationship Id="rId464" Type="http://schemas.openxmlformats.org/officeDocument/2006/relationships/slide" Target="slides/slide457.xml"/><Relationship Id="rId465" Type="http://schemas.openxmlformats.org/officeDocument/2006/relationships/slide" Target="slides/slide458.xml"/><Relationship Id="rId466" Type="http://schemas.openxmlformats.org/officeDocument/2006/relationships/slide" Target="slides/slide459.xml"/><Relationship Id="rId467" Type="http://schemas.openxmlformats.org/officeDocument/2006/relationships/slide" Target="slides/slide460.xml"/><Relationship Id="rId468" Type="http://schemas.openxmlformats.org/officeDocument/2006/relationships/slide" Target="slides/slide461.xml"/><Relationship Id="rId469" Type="http://schemas.openxmlformats.org/officeDocument/2006/relationships/slide" Target="slides/slide462.xml"/><Relationship Id="rId470" Type="http://schemas.openxmlformats.org/officeDocument/2006/relationships/slide" Target="slides/slide463.xml"/><Relationship Id="rId471" Type="http://schemas.openxmlformats.org/officeDocument/2006/relationships/slide" Target="slides/slide464.xml"/><Relationship Id="rId472" Type="http://schemas.openxmlformats.org/officeDocument/2006/relationships/slide" Target="slides/slide465.xml"/><Relationship Id="rId473" Type="http://schemas.openxmlformats.org/officeDocument/2006/relationships/slide" Target="slides/slide466.xml"/><Relationship Id="rId474" Type="http://schemas.openxmlformats.org/officeDocument/2006/relationships/slide" Target="slides/slide467.xml"/><Relationship Id="rId475" Type="http://schemas.openxmlformats.org/officeDocument/2006/relationships/slide" Target="slides/slide468.xml"/><Relationship Id="rId476" Type="http://schemas.openxmlformats.org/officeDocument/2006/relationships/slide" Target="slides/slide469.xml"/><Relationship Id="rId477" Type="http://schemas.openxmlformats.org/officeDocument/2006/relationships/slide" Target="slides/slide470.xml"/><Relationship Id="rId478" Type="http://schemas.openxmlformats.org/officeDocument/2006/relationships/slide" Target="slides/slide471.xml"/><Relationship Id="rId479" Type="http://schemas.openxmlformats.org/officeDocument/2006/relationships/slide" Target="slides/slide472.xml"/><Relationship Id="rId480" Type="http://schemas.openxmlformats.org/officeDocument/2006/relationships/slide" Target="slides/slide473.xml"/><Relationship Id="rId481" Type="http://schemas.openxmlformats.org/officeDocument/2006/relationships/slide" Target="slides/slide474.xml"/><Relationship Id="rId482" Type="http://schemas.openxmlformats.org/officeDocument/2006/relationships/slide" Target="slides/slide475.xml"/><Relationship Id="rId483" Type="http://schemas.openxmlformats.org/officeDocument/2006/relationships/slide" Target="slides/slide476.xml"/><Relationship Id="rId484" Type="http://schemas.openxmlformats.org/officeDocument/2006/relationships/slide" Target="slides/slide477.xml"/><Relationship Id="rId485" Type="http://schemas.openxmlformats.org/officeDocument/2006/relationships/slide" Target="slides/slide478.xml"/><Relationship Id="rId486" Type="http://schemas.openxmlformats.org/officeDocument/2006/relationships/slide" Target="slides/slide479.xml"/><Relationship Id="rId487" Type="http://schemas.openxmlformats.org/officeDocument/2006/relationships/slide" Target="slides/slide480.xml"/><Relationship Id="rId488" Type="http://schemas.openxmlformats.org/officeDocument/2006/relationships/slide" Target="slides/slide481.xml"/><Relationship Id="rId489" Type="http://schemas.openxmlformats.org/officeDocument/2006/relationships/slide" Target="slides/slide482.xml"/><Relationship Id="rId490" Type="http://schemas.openxmlformats.org/officeDocument/2006/relationships/slide" Target="slides/slide483.xml"/><Relationship Id="rId491" Type="http://schemas.openxmlformats.org/officeDocument/2006/relationships/slide" Target="slides/slide484.xml"/><Relationship Id="rId492" Type="http://schemas.openxmlformats.org/officeDocument/2006/relationships/slide" Target="slides/slide485.xml"/><Relationship Id="rId493" Type="http://schemas.openxmlformats.org/officeDocument/2006/relationships/slide" Target="slides/slide486.xml"/><Relationship Id="rId494" Type="http://schemas.openxmlformats.org/officeDocument/2006/relationships/slide" Target="slides/slide487.xml"/><Relationship Id="rId495" Type="http://schemas.openxmlformats.org/officeDocument/2006/relationships/slide" Target="slides/slide488.xml"/><Relationship Id="rId496" Type="http://schemas.openxmlformats.org/officeDocument/2006/relationships/slide" Target="slides/slide489.xml"/><Relationship Id="rId497" Type="http://schemas.openxmlformats.org/officeDocument/2006/relationships/slide" Target="slides/slide490.xml"/><Relationship Id="rId498" Type="http://schemas.openxmlformats.org/officeDocument/2006/relationships/slide" Target="slides/slide491.xml"/><Relationship Id="rId499" Type="http://schemas.openxmlformats.org/officeDocument/2006/relationships/slide" Target="slides/slide492.xml"/><Relationship Id="rId500" Type="http://schemas.openxmlformats.org/officeDocument/2006/relationships/slide" Target="slides/slide493.xml"/><Relationship Id="rId501" Type="http://schemas.openxmlformats.org/officeDocument/2006/relationships/slide" Target="slides/slide494.xml"/><Relationship Id="rId502" Type="http://schemas.openxmlformats.org/officeDocument/2006/relationships/slide" Target="slides/slide495.xml"/><Relationship Id="rId503" Type="http://schemas.openxmlformats.org/officeDocument/2006/relationships/slide" Target="slides/slide496.xml"/><Relationship Id="rId504" Type="http://schemas.openxmlformats.org/officeDocument/2006/relationships/slide" Target="slides/slide497.xml"/><Relationship Id="rId505" Type="http://schemas.openxmlformats.org/officeDocument/2006/relationships/slide" Target="slides/slide498.xml"/><Relationship Id="rId506" Type="http://schemas.openxmlformats.org/officeDocument/2006/relationships/slide" Target="slides/slide499.xml"/><Relationship Id="rId507" Type="http://schemas.openxmlformats.org/officeDocument/2006/relationships/slide" Target="slides/slide500.xml"/><Relationship Id="rId508" Type="http://schemas.openxmlformats.org/officeDocument/2006/relationships/slide" Target="slides/slide501.xml"/><Relationship Id="rId509" Type="http://schemas.openxmlformats.org/officeDocument/2006/relationships/slide" Target="slides/slide502.xml"/><Relationship Id="rId510" Type="http://schemas.openxmlformats.org/officeDocument/2006/relationships/slide" Target="slides/slide503.xml"/><Relationship Id="rId511" Type="http://schemas.openxmlformats.org/officeDocument/2006/relationships/slide" Target="slides/slide504.xml"/><Relationship Id="rId512" Type="http://schemas.openxmlformats.org/officeDocument/2006/relationships/slide" Target="slides/slide505.xml"/><Relationship Id="rId513" Type="http://schemas.openxmlformats.org/officeDocument/2006/relationships/slide" Target="slides/slide506.xml"/><Relationship Id="rId514" Type="http://schemas.openxmlformats.org/officeDocument/2006/relationships/slide" Target="slides/slide507.xml"/><Relationship Id="rId515" Type="http://schemas.openxmlformats.org/officeDocument/2006/relationships/slide" Target="slides/slide508.xml"/><Relationship Id="rId516" Type="http://schemas.openxmlformats.org/officeDocument/2006/relationships/slide" Target="slides/slide509.xml"/><Relationship Id="rId517" Type="http://schemas.openxmlformats.org/officeDocument/2006/relationships/slide" Target="slides/slide510.xml"/><Relationship Id="rId518" Type="http://schemas.openxmlformats.org/officeDocument/2006/relationships/slide" Target="slides/slide511.xml"/><Relationship Id="rId519" Type="http://schemas.openxmlformats.org/officeDocument/2006/relationships/slide" Target="slides/slide512.xml"/><Relationship Id="rId520" Type="http://schemas.openxmlformats.org/officeDocument/2006/relationships/slide" Target="slides/slide513.xml"/><Relationship Id="rId521" Type="http://schemas.openxmlformats.org/officeDocument/2006/relationships/slide" Target="slides/slide514.xml"/><Relationship Id="rId522" Type="http://schemas.openxmlformats.org/officeDocument/2006/relationships/slide" Target="slides/slide515.xml"/><Relationship Id="rId523" Type="http://schemas.openxmlformats.org/officeDocument/2006/relationships/slide" Target="slides/slide516.xml"/><Relationship Id="rId524" Type="http://schemas.openxmlformats.org/officeDocument/2006/relationships/slide" Target="slides/slide517.xml"/><Relationship Id="rId525" Type="http://schemas.openxmlformats.org/officeDocument/2006/relationships/slide" Target="slides/slide518.xml"/><Relationship Id="rId526" Type="http://schemas.openxmlformats.org/officeDocument/2006/relationships/slide" Target="slides/slide519.xml"/><Relationship Id="rId527" Type="http://schemas.openxmlformats.org/officeDocument/2006/relationships/slide" Target="slides/slide520.xml"/><Relationship Id="rId528" Type="http://schemas.openxmlformats.org/officeDocument/2006/relationships/slide" Target="slides/slide521.xml"/><Relationship Id="rId529" Type="http://schemas.openxmlformats.org/officeDocument/2006/relationships/slide" Target="slides/slide522.xml"/><Relationship Id="rId530" Type="http://schemas.openxmlformats.org/officeDocument/2006/relationships/slide" Target="slides/slide523.xml"/><Relationship Id="rId531" Type="http://schemas.openxmlformats.org/officeDocument/2006/relationships/slide" Target="slides/slide524.xml"/><Relationship Id="rId532" Type="http://schemas.openxmlformats.org/officeDocument/2006/relationships/slide" Target="slides/slide525.xml"/><Relationship Id="rId533" Type="http://schemas.openxmlformats.org/officeDocument/2006/relationships/slide" Target="slides/slide526.xml"/><Relationship Id="rId534" Type="http://schemas.openxmlformats.org/officeDocument/2006/relationships/slide" Target="slides/slide527.xml"/><Relationship Id="rId535" Type="http://schemas.openxmlformats.org/officeDocument/2006/relationships/slide" Target="slides/slide528.xml"/><Relationship Id="rId536" Type="http://schemas.openxmlformats.org/officeDocument/2006/relationships/slide" Target="slides/slide529.xml"/><Relationship Id="rId537" Type="http://schemas.openxmlformats.org/officeDocument/2006/relationships/slide" Target="slides/slide530.xml"/><Relationship Id="rId538" Type="http://schemas.openxmlformats.org/officeDocument/2006/relationships/slide" Target="slides/slide531.xml"/><Relationship Id="rId539" Type="http://schemas.openxmlformats.org/officeDocument/2006/relationships/slide" Target="slides/slide532.xml"/><Relationship Id="rId540" Type="http://schemas.openxmlformats.org/officeDocument/2006/relationships/slide" Target="slides/slide533.xml"/><Relationship Id="rId541" Type="http://schemas.openxmlformats.org/officeDocument/2006/relationships/slide" Target="slides/slide534.xml"/><Relationship Id="rId542" Type="http://schemas.openxmlformats.org/officeDocument/2006/relationships/slide" Target="slides/slide535.xml"/><Relationship Id="rId543" Type="http://schemas.openxmlformats.org/officeDocument/2006/relationships/slide" Target="slides/slide536.xml"/><Relationship Id="rId544" Type="http://schemas.openxmlformats.org/officeDocument/2006/relationships/slide" Target="slides/slide537.xml"/><Relationship Id="rId545" Type="http://schemas.openxmlformats.org/officeDocument/2006/relationships/slide" Target="slides/slide538.xml"/><Relationship Id="rId546" Type="http://schemas.openxmlformats.org/officeDocument/2006/relationships/slide" Target="slides/slide539.xml"/><Relationship Id="rId547" Type="http://schemas.openxmlformats.org/officeDocument/2006/relationships/slide" Target="slides/slide540.xml"/><Relationship Id="rId548" Type="http://schemas.openxmlformats.org/officeDocument/2006/relationships/slide" Target="slides/slide541.xml"/><Relationship Id="rId549" Type="http://schemas.openxmlformats.org/officeDocument/2006/relationships/slide" Target="slides/slide542.xml"/><Relationship Id="rId550" Type="http://schemas.openxmlformats.org/officeDocument/2006/relationships/slide" Target="slides/slide543.xml"/><Relationship Id="rId551" Type="http://schemas.openxmlformats.org/officeDocument/2006/relationships/slide" Target="slides/slide544.xml"/><Relationship Id="rId552" Type="http://schemas.openxmlformats.org/officeDocument/2006/relationships/slide" Target="slides/slide545.xml"/><Relationship Id="rId553" Type="http://schemas.openxmlformats.org/officeDocument/2006/relationships/slide" Target="slides/slide546.xml"/><Relationship Id="rId554" Type="http://schemas.openxmlformats.org/officeDocument/2006/relationships/slide" Target="slides/slide547.xml"/><Relationship Id="rId555" Type="http://schemas.openxmlformats.org/officeDocument/2006/relationships/slide" Target="slides/slide548.xml"/><Relationship Id="rId556" Type="http://schemas.openxmlformats.org/officeDocument/2006/relationships/slide" Target="slides/slide549.xml"/><Relationship Id="rId557" Type="http://schemas.openxmlformats.org/officeDocument/2006/relationships/slide" Target="slides/slide550.xml"/><Relationship Id="rId558" Type="http://schemas.openxmlformats.org/officeDocument/2006/relationships/slide" Target="slides/slide551.xml"/><Relationship Id="rId559" Type="http://schemas.openxmlformats.org/officeDocument/2006/relationships/slide" Target="slides/slide552.xml"/><Relationship Id="rId560" Type="http://schemas.openxmlformats.org/officeDocument/2006/relationships/slide" Target="slides/slide553.xml"/><Relationship Id="rId561" Type="http://schemas.openxmlformats.org/officeDocument/2006/relationships/slide" Target="slides/slide554.xml"/><Relationship Id="rId562" Type="http://schemas.openxmlformats.org/officeDocument/2006/relationships/slide" Target="slides/slide555.xml"/><Relationship Id="rId563" Type="http://schemas.openxmlformats.org/officeDocument/2006/relationships/slide" Target="slides/slide556.xml"/><Relationship Id="rId564" Type="http://schemas.openxmlformats.org/officeDocument/2006/relationships/slide" Target="slides/slide557.xml"/><Relationship Id="rId565" Type="http://schemas.openxmlformats.org/officeDocument/2006/relationships/slide" Target="slides/slide558.xml"/><Relationship Id="rId566" Type="http://schemas.openxmlformats.org/officeDocument/2006/relationships/slide" Target="slides/slide559.xml"/><Relationship Id="rId567" Type="http://schemas.openxmlformats.org/officeDocument/2006/relationships/slide" Target="slides/slide560.xml"/><Relationship Id="rId568" Type="http://schemas.openxmlformats.org/officeDocument/2006/relationships/slide" Target="slides/slide561.xml"/><Relationship Id="rId569" Type="http://schemas.openxmlformats.org/officeDocument/2006/relationships/slide" Target="slides/slide562.xml"/><Relationship Id="rId570" Type="http://schemas.openxmlformats.org/officeDocument/2006/relationships/slide" Target="slides/slide563.xml"/><Relationship Id="rId571" Type="http://schemas.openxmlformats.org/officeDocument/2006/relationships/slide" Target="slides/slide564.xml"/><Relationship Id="rId572" Type="http://schemas.openxmlformats.org/officeDocument/2006/relationships/slide" Target="slides/slide565.xml"/><Relationship Id="rId573" Type="http://schemas.openxmlformats.org/officeDocument/2006/relationships/slide" Target="slides/slide566.xml"/><Relationship Id="rId574" Type="http://schemas.openxmlformats.org/officeDocument/2006/relationships/slide" Target="slides/slide567.xml"/><Relationship Id="rId575" Type="http://schemas.openxmlformats.org/officeDocument/2006/relationships/slide" Target="slides/slide568.xml"/><Relationship Id="rId576" Type="http://schemas.openxmlformats.org/officeDocument/2006/relationships/slide" Target="slides/slide569.xml"/><Relationship Id="rId577" Type="http://schemas.openxmlformats.org/officeDocument/2006/relationships/slide" Target="slides/slide570.xml"/><Relationship Id="rId578" Type="http://schemas.openxmlformats.org/officeDocument/2006/relationships/slide" Target="slides/slide571.xml"/><Relationship Id="rId579" Type="http://schemas.openxmlformats.org/officeDocument/2006/relationships/slide" Target="slides/slide572.xml"/><Relationship Id="rId580" Type="http://schemas.openxmlformats.org/officeDocument/2006/relationships/slide" Target="slides/slide573.xml"/><Relationship Id="rId581" Type="http://schemas.openxmlformats.org/officeDocument/2006/relationships/slide" Target="slides/slide574.xml"/><Relationship Id="rId582" Type="http://schemas.openxmlformats.org/officeDocument/2006/relationships/slide" Target="slides/slide575.xml"/><Relationship Id="rId583" Type="http://schemas.openxmlformats.org/officeDocument/2006/relationships/slide" Target="slides/slide576.xml"/><Relationship Id="rId584" Type="http://schemas.openxmlformats.org/officeDocument/2006/relationships/slide" Target="slides/slide577.xml"/><Relationship Id="rId585" Type="http://schemas.openxmlformats.org/officeDocument/2006/relationships/slide" Target="slides/slide578.xml"/><Relationship Id="rId586" Type="http://schemas.openxmlformats.org/officeDocument/2006/relationships/slide" Target="slides/slide579.xml"/><Relationship Id="rId587" Type="http://schemas.openxmlformats.org/officeDocument/2006/relationships/slide" Target="slides/slide580.xml"/><Relationship Id="rId588" Type="http://schemas.openxmlformats.org/officeDocument/2006/relationships/slide" Target="slides/slide581.xml"/><Relationship Id="rId589" Type="http://schemas.openxmlformats.org/officeDocument/2006/relationships/slide" Target="slides/slide582.xml"/><Relationship Id="rId590" Type="http://schemas.openxmlformats.org/officeDocument/2006/relationships/slide" Target="slides/slide583.xml"/><Relationship Id="rId591" Type="http://schemas.openxmlformats.org/officeDocument/2006/relationships/slide" Target="slides/slide584.xml"/><Relationship Id="rId592" Type="http://schemas.openxmlformats.org/officeDocument/2006/relationships/slide" Target="slides/slide585.xml"/><Relationship Id="rId593" Type="http://schemas.openxmlformats.org/officeDocument/2006/relationships/slide" Target="slides/slide586.xml"/><Relationship Id="rId594" Type="http://schemas.openxmlformats.org/officeDocument/2006/relationships/slide" Target="slides/slide587.xml"/><Relationship Id="rId595" Type="http://schemas.openxmlformats.org/officeDocument/2006/relationships/slide" Target="slides/slide588.xml"/><Relationship Id="rId596" Type="http://schemas.openxmlformats.org/officeDocument/2006/relationships/slide" Target="slides/slide589.xml"/><Relationship Id="rId597" Type="http://schemas.openxmlformats.org/officeDocument/2006/relationships/slide" Target="slides/slide590.xml"/><Relationship Id="rId598" Type="http://schemas.openxmlformats.org/officeDocument/2006/relationships/slide" Target="slides/slide591.xml"/><Relationship Id="rId599" Type="http://schemas.openxmlformats.org/officeDocument/2006/relationships/slide" Target="slides/slide592.xml"/><Relationship Id="rId600" Type="http://schemas.openxmlformats.org/officeDocument/2006/relationships/slide" Target="slides/slide593.xml"/><Relationship Id="rId601" Type="http://schemas.openxmlformats.org/officeDocument/2006/relationships/slide" Target="slides/slide594.xml"/><Relationship Id="rId602" Type="http://schemas.openxmlformats.org/officeDocument/2006/relationships/slide" Target="slides/slide595.xml"/><Relationship Id="rId603" Type="http://schemas.openxmlformats.org/officeDocument/2006/relationships/slide" Target="slides/slide596.xml"/><Relationship Id="rId604" Type="http://schemas.openxmlformats.org/officeDocument/2006/relationships/slide" Target="slides/slide597.xml"/><Relationship Id="rId605" Type="http://schemas.openxmlformats.org/officeDocument/2006/relationships/slide" Target="slides/slide598.xml"/><Relationship Id="rId606" Type="http://schemas.openxmlformats.org/officeDocument/2006/relationships/slide" Target="slides/slide599.xml"/><Relationship Id="rId607" Type="http://schemas.openxmlformats.org/officeDocument/2006/relationships/slide" Target="slides/slide600.xml"/><Relationship Id="rId608" Type="http://schemas.openxmlformats.org/officeDocument/2006/relationships/slide" Target="slides/slide601.xml"/><Relationship Id="rId609" Type="http://schemas.openxmlformats.org/officeDocument/2006/relationships/slide" Target="slides/slide602.xml"/><Relationship Id="rId610" Type="http://schemas.openxmlformats.org/officeDocument/2006/relationships/slide" Target="slides/slide603.xml"/><Relationship Id="rId611" Type="http://schemas.openxmlformats.org/officeDocument/2006/relationships/slide" Target="slides/slide604.xml"/><Relationship Id="rId612" Type="http://schemas.openxmlformats.org/officeDocument/2006/relationships/slide" Target="slides/slide605.xml"/><Relationship Id="rId613" Type="http://schemas.openxmlformats.org/officeDocument/2006/relationships/slide" Target="slides/slide606.xml"/><Relationship Id="rId614" Type="http://schemas.openxmlformats.org/officeDocument/2006/relationships/slide" Target="slides/slide607.xml"/><Relationship Id="rId615" Type="http://schemas.openxmlformats.org/officeDocument/2006/relationships/slide" Target="slides/slide608.xml"/><Relationship Id="rId616" Type="http://schemas.openxmlformats.org/officeDocument/2006/relationships/slide" Target="slides/slide609.xml"/><Relationship Id="rId617" Type="http://schemas.openxmlformats.org/officeDocument/2006/relationships/slide" Target="slides/slide610.xml"/><Relationship Id="rId618" Type="http://schemas.openxmlformats.org/officeDocument/2006/relationships/slide" Target="slides/slide611.xml"/><Relationship Id="rId619" Type="http://schemas.openxmlformats.org/officeDocument/2006/relationships/slide" Target="slides/slide612.xml"/><Relationship Id="rId620" Type="http://schemas.openxmlformats.org/officeDocument/2006/relationships/slide" Target="slides/slide613.xml"/><Relationship Id="rId621" Type="http://schemas.openxmlformats.org/officeDocument/2006/relationships/slide" Target="slides/slide614.xml"/><Relationship Id="rId622" Type="http://schemas.openxmlformats.org/officeDocument/2006/relationships/slide" Target="slides/slide615.xml"/><Relationship Id="rId623" Type="http://schemas.openxmlformats.org/officeDocument/2006/relationships/slide" Target="slides/slide616.xml"/><Relationship Id="rId624" Type="http://schemas.openxmlformats.org/officeDocument/2006/relationships/slide" Target="slides/slide617.xml"/><Relationship Id="rId625" Type="http://schemas.openxmlformats.org/officeDocument/2006/relationships/slide" Target="slides/slide618.xml"/><Relationship Id="rId626" Type="http://schemas.openxmlformats.org/officeDocument/2006/relationships/slide" Target="slides/slide619.xml"/><Relationship Id="rId627" Type="http://schemas.openxmlformats.org/officeDocument/2006/relationships/slide" Target="slides/slide620.xml"/><Relationship Id="rId628" Type="http://schemas.openxmlformats.org/officeDocument/2006/relationships/slide" Target="slides/slide621.xml"/><Relationship Id="rId629" Type="http://schemas.openxmlformats.org/officeDocument/2006/relationships/slide" Target="slides/slide622.xml"/><Relationship Id="rId630" Type="http://schemas.openxmlformats.org/officeDocument/2006/relationships/slide" Target="slides/slide623.xml"/><Relationship Id="rId631" Type="http://schemas.openxmlformats.org/officeDocument/2006/relationships/slide" Target="slides/slide624.xml"/><Relationship Id="rId632" Type="http://schemas.openxmlformats.org/officeDocument/2006/relationships/slide" Target="slides/slide625.xml"/><Relationship Id="rId633" Type="http://schemas.openxmlformats.org/officeDocument/2006/relationships/slide" Target="slides/slide626.xml"/><Relationship Id="rId634" Type="http://schemas.openxmlformats.org/officeDocument/2006/relationships/slide" Target="slides/slide627.xml"/><Relationship Id="rId635" Type="http://schemas.openxmlformats.org/officeDocument/2006/relationships/slide" Target="slides/slide628.xml"/><Relationship Id="rId636" Type="http://schemas.openxmlformats.org/officeDocument/2006/relationships/slide" Target="slides/slide629.xml"/><Relationship Id="rId637" Type="http://schemas.openxmlformats.org/officeDocument/2006/relationships/slide" Target="slides/slide630.xml"/><Relationship Id="rId638" Type="http://schemas.openxmlformats.org/officeDocument/2006/relationships/slide" Target="slides/slide631.xml"/><Relationship Id="rId639" Type="http://schemas.openxmlformats.org/officeDocument/2006/relationships/slide" Target="slides/slide632.xml"/><Relationship Id="rId640" Type="http://schemas.openxmlformats.org/officeDocument/2006/relationships/slide" Target="slides/slide633.xml"/><Relationship Id="rId641" Type="http://schemas.openxmlformats.org/officeDocument/2006/relationships/slide" Target="slides/slide634.xml"/><Relationship Id="rId642" Type="http://schemas.openxmlformats.org/officeDocument/2006/relationships/slide" Target="slides/slide635.xml"/><Relationship Id="rId643" Type="http://schemas.openxmlformats.org/officeDocument/2006/relationships/slide" Target="slides/slide636.xml"/><Relationship Id="rId644" Type="http://schemas.openxmlformats.org/officeDocument/2006/relationships/slide" Target="slides/slide637.xml"/><Relationship Id="rId645" Type="http://schemas.openxmlformats.org/officeDocument/2006/relationships/slide" Target="slides/slide638.xml"/><Relationship Id="rId646" Type="http://schemas.openxmlformats.org/officeDocument/2006/relationships/slide" Target="slides/slide639.xml"/><Relationship Id="rId647" Type="http://schemas.openxmlformats.org/officeDocument/2006/relationships/slide" Target="slides/slide640.xml"/><Relationship Id="rId648" Type="http://schemas.openxmlformats.org/officeDocument/2006/relationships/slide" Target="slides/slide641.xml"/><Relationship Id="rId649" Type="http://schemas.openxmlformats.org/officeDocument/2006/relationships/slide" Target="slides/slide642.xml"/><Relationship Id="rId650" Type="http://schemas.openxmlformats.org/officeDocument/2006/relationships/slide" Target="slides/slide643.xml"/><Relationship Id="rId651" Type="http://schemas.openxmlformats.org/officeDocument/2006/relationships/slide" Target="slides/slide644.xml"/><Relationship Id="rId652" Type="http://schemas.openxmlformats.org/officeDocument/2006/relationships/slide" Target="slides/slide645.xml"/><Relationship Id="rId653" Type="http://schemas.openxmlformats.org/officeDocument/2006/relationships/slide" Target="slides/slide646.xml"/><Relationship Id="rId654" Type="http://schemas.openxmlformats.org/officeDocument/2006/relationships/slide" Target="slides/slide6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9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3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_rels/notesSlide3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3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3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_rels/notesSlide3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7.xml"/></Relationships>
</file>

<file path=ppt/notesSlides/_rels/notesSlide3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8.xml"/></Relationships>
</file>

<file path=ppt/notesSlides/_rels/notesSlide3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3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3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1.xml"/></Relationships>
</file>

<file path=ppt/notesSlides/_rels/notesSlide3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3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3.xml"/></Relationships>
</file>

<file path=ppt/notesSlides/_rels/notesSlide3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4.xml"/></Relationships>
</file>

<file path=ppt/notesSlides/_rels/notesSlide3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3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6.xml"/></Relationships>
</file>

<file path=ppt/notesSlides/_rels/notesSlide3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7.xml"/></Relationships>
</file>

<file path=ppt/notesSlides/_rels/notesSlide3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3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9.xml"/></Relationships>
</file>

<file path=ppt/notesSlides/_rels/notesSlide3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3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3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3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3.xml"/></Relationships>
</file>

<file path=ppt/notesSlides/_rels/notesSlide3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_rels/notesSlide3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5.xml"/></Relationships>
</file>

<file path=ppt/notesSlides/_rels/notesSlide3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3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_rels/notesSlide3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3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9.xml"/></Relationships>
</file>

<file path=ppt/notesSlides/_rels/notesSlide3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_rels/notesSlide3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1.xml"/></Relationships>
</file>

<file path=ppt/notesSlides/_rels/notesSlide3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_rels/notesSlide3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3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4.xml"/></Relationships>
</file>

<file path=ppt/notesSlides/_rels/notesSlide3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5.xml"/></Relationships>
</file>

<file path=ppt/notesSlides/_rels/notesSlide3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6.xml"/></Relationships>
</file>

<file path=ppt/notesSlides/_rels/notesSlide3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7.xml"/></Relationships>
</file>

<file path=ppt/notesSlides/_rels/notesSlide3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8.xml"/></Relationships>
</file>

<file path=ppt/notesSlides/_rels/notesSlide3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3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0.xml"/></Relationships>
</file>

<file path=ppt/notesSlides/_rels/notesSlide3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1.xml"/></Relationships>
</file>

<file path=ppt/notesSlides/_rels/notesSlide3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2.xml"/></Relationships>
</file>

<file path=ppt/notesSlides/_rels/notesSlide3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3.xml"/></Relationships>
</file>

<file path=ppt/notesSlides/_rels/notesSlide3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3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5.xml"/></Relationships>
</file>

<file path=ppt/notesSlides/_rels/notesSlide3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6.xml"/></Relationships>
</file>

<file path=ppt/notesSlides/_rels/notesSlide3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7.xml"/></Relationships>
</file>

<file path=ppt/notesSlides/_rels/notesSlide3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8.xml"/></Relationships>
</file>

<file path=ppt/notesSlides/_rels/notesSlide3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3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0.xml"/></Relationships>
</file>

<file path=ppt/notesSlides/_rels/notesSlide3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1.xml"/></Relationships>
</file>

<file path=ppt/notesSlides/_rels/notesSlide3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2.xml"/></Relationships>
</file>

<file path=ppt/notesSlides/_rels/notesSlide3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3.xml"/></Relationships>
</file>

<file path=ppt/notesSlides/_rels/notesSlide3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4.xml"/></Relationships>
</file>

<file path=ppt/notesSlides/_rels/notesSlide3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5.xml"/></Relationships>
</file>

<file path=ppt/notesSlides/_rels/notesSlide3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6.xml"/></Relationships>
</file>

<file path=ppt/notesSlides/_rels/notesSlide3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7.xml"/></Relationships>
</file>

<file path=ppt/notesSlides/_rels/notesSlide3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8.xml"/></Relationships>
</file>

<file path=ppt/notesSlides/_rels/notesSlide3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9.xml"/></Relationships>
</file>

<file path=ppt/notesSlides/_rels/notesSlide3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0.xml"/></Relationships>
</file>

<file path=ppt/notesSlides/_rels/notesSlide3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1.xml"/></Relationships>
</file>

<file path=ppt/notesSlides/_rels/notesSlide3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2.xml"/></Relationships>
</file>

<file path=ppt/notesSlides/_rels/notesSlide3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3.xml"/></Relationships>
</file>

<file path=ppt/notesSlides/_rels/notesSlide3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4.xml"/></Relationships>
</file>

<file path=ppt/notesSlides/_rels/notesSlide3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5.xml"/></Relationships>
</file>

<file path=ppt/notesSlides/_rels/notesSlide3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6.xml"/></Relationships>
</file>

<file path=ppt/notesSlides/_rels/notesSlide3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7.xml"/></Relationships>
</file>

<file path=ppt/notesSlides/_rels/notesSlide3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8.xml"/></Relationships>
</file>

<file path=ppt/notesSlides/_rels/notesSlide3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9.xml"/></Relationships>
</file>

<file path=ppt/notesSlides/_rels/notesSlide3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0.xml"/></Relationships>
</file>

<file path=ppt/notesSlides/_rels/notesSlide3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1.xml"/></Relationships>
</file>

<file path=ppt/notesSlides/_rels/notesSlide3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2.xml"/></Relationships>
</file>

<file path=ppt/notesSlides/_rels/notesSlide3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3.xml"/></Relationships>
</file>

<file path=ppt/notesSlides/_rels/notesSlide3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4.xml"/></Relationships>
</file>

<file path=ppt/notesSlides/_rels/notesSlide3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5.xml"/></Relationships>
</file>

<file path=ppt/notesSlides/_rels/notesSlide3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6.xml"/></Relationships>
</file>

<file path=ppt/notesSlides/_rels/notesSlide3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7.xml"/></Relationships>
</file>

<file path=ppt/notesSlides/_rels/notesSlide3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2.xml"/></Relationships>
</file>

<file path=ppt/notesSlides/_rels/notesSlide3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3.xml"/></Relationships>
</file>

<file path=ppt/notesSlides/_rels/notesSlide3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4.xml"/></Relationships>
</file>

<file path=ppt/notesSlides/_rels/notesSlide3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5.xml"/></Relationships>
</file>

<file path=ppt/notesSlides/_rels/notesSlide3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6.xml"/></Relationships>
</file>

<file path=ppt/notesSlides/_rels/notesSlide3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7.xml"/></Relationships>
</file>

<file path=ppt/notesSlides/_rels/notesSlide3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8.xml"/></Relationships>
</file>

<file path=ppt/notesSlides/_rels/notesSlide3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9.xml"/></Relationships>
</file>

<file path=ppt/notesSlides/_rels/notesSlide4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0.xml"/></Relationships>
</file>

<file path=ppt/notesSlides/_rels/notesSlide4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1.xml"/></Relationships>
</file>

<file path=ppt/notesSlides/_rels/notesSlide4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2.xml"/></Relationships>
</file>

<file path=ppt/notesSlides/_rels/notesSlide4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3.xml"/></Relationships>
</file>

<file path=ppt/notesSlides/_rels/notesSlide4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4.xml"/></Relationships>
</file>

<file path=ppt/notesSlides/_rels/notesSlide4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5.xml"/></Relationships>
</file>

<file path=ppt/notesSlides/_rels/notesSlide4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6.xml"/></Relationships>
</file>

<file path=ppt/notesSlides/_rels/notesSlide4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9.xml"/></Relationships>
</file>

<file path=ppt/notesSlides/_rels/notesSlide4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0.xml"/></Relationships>
</file>

<file path=ppt/notesSlides/_rels/notesSlide4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1.xml"/></Relationships>
</file>

<file path=ppt/notesSlides/_rels/notesSlide4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2.xml"/></Relationships>
</file>

<file path=ppt/notesSlides/_rels/notesSlide4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3.xml"/></Relationships>
</file>

<file path=ppt/notesSlides/_rels/notesSlide4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4.xml"/></Relationships>
</file>

<file path=ppt/notesSlides/_rels/notesSlide4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5.xml"/></Relationships>
</file>

<file path=ppt/notesSlides/_rels/notesSlide4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6.xml"/></Relationships>
</file>

<file path=ppt/notesSlides/_rels/notesSlide4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7.xml"/></Relationships>
</file>

<file path=ppt/notesSlides/_rels/notesSlide4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8.xml"/></Relationships>
</file>

<file path=ppt/notesSlides/_rels/notesSlide4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9.xml"/></Relationships>
</file>

<file path=ppt/notesSlides/_rels/notesSlide4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0.xml"/></Relationships>
</file>

<file path=ppt/notesSlides/_rels/notesSlide4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1.xml"/></Relationships>
</file>

<file path=ppt/notesSlides/_rels/notesSlide4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2.xml"/></Relationships>
</file>

<file path=ppt/notesSlides/_rels/notesSlide4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3.xml"/></Relationships>
</file>

<file path=ppt/notesSlides/_rels/notesSlide4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4.xml"/></Relationships>
</file>

<file path=ppt/notesSlides/_rels/notesSlide4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5.xml"/></Relationships>
</file>

<file path=ppt/notesSlides/_rels/notesSlide4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6.xml"/></Relationships>
</file>

<file path=ppt/notesSlides/_rels/notesSlide4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7.xml"/></Relationships>
</file>

<file path=ppt/notesSlides/_rels/notesSlide4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8.xml"/></Relationships>
</file>

<file path=ppt/notesSlides/_rels/notesSlide4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9.xml"/></Relationships>
</file>

<file path=ppt/notesSlides/_rels/notesSlide4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0.xml"/></Relationships>
</file>

<file path=ppt/notesSlides/_rels/notesSlide4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1.xml"/></Relationships>
</file>

<file path=ppt/notesSlides/_rels/notesSlide4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2.xml"/></Relationships>
</file>

<file path=ppt/notesSlides/_rels/notesSlide4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3.xml"/></Relationships>
</file>

<file path=ppt/notesSlides/_rels/notesSlide4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4.xml"/></Relationships>
</file>

<file path=ppt/notesSlides/_rels/notesSlide4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5.xml"/></Relationships>
</file>

<file path=ppt/notesSlides/_rels/notesSlide4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6.xml"/></Relationships>
</file>

<file path=ppt/notesSlides/_rels/notesSlide4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7.xml"/></Relationships>
</file>

<file path=ppt/notesSlides/_rels/notesSlide4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8.xml"/></Relationships>
</file>

<file path=ppt/notesSlides/_rels/notesSlide4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9.xml"/></Relationships>
</file>

<file path=ppt/notesSlides/_rels/notesSlide4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1.xml"/></Relationships>
</file>

<file path=ppt/notesSlides/_rels/notesSlide4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2.xml"/></Relationships>
</file>

<file path=ppt/notesSlides/_rels/notesSlide4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3.xml"/></Relationships>
</file>

<file path=ppt/notesSlides/_rels/notesSlide4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4.xml"/></Relationships>
</file>

<file path=ppt/notesSlides/_rels/notesSlide4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5.xml"/></Relationships>
</file>

<file path=ppt/notesSlides/_rels/notesSlide4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6.xml"/></Relationships>
</file>

<file path=ppt/notesSlides/_rels/notesSlide4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7.xml"/></Relationships>
</file>

<file path=ppt/notesSlides/_rels/notesSlide4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8.xml"/></Relationships>
</file>

<file path=ppt/notesSlides/_rels/notesSlide4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9.xml"/></Relationships>
</file>

<file path=ppt/notesSlides/_rels/notesSlide4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0.xml"/></Relationships>
</file>

<file path=ppt/notesSlides/_rels/notesSlide4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1.xml"/></Relationships>
</file>

<file path=ppt/notesSlides/_rels/notesSlide4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2.xml"/></Relationships>
</file>

<file path=ppt/notesSlides/_rels/notesSlide4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3.xml"/></Relationships>
</file>

<file path=ppt/notesSlides/_rels/notesSlide4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4.xml"/></Relationships>
</file>

<file path=ppt/notesSlides/_rels/notesSlide4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5.xml"/></Relationships>
</file>

<file path=ppt/notesSlides/_rels/notesSlide4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6.xml"/></Relationships>
</file>

<file path=ppt/notesSlides/_rels/notesSlide4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7.xml"/></Relationships>
</file>

<file path=ppt/notesSlides/_rels/notesSlide4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8.xml"/></Relationships>
</file>

<file path=ppt/notesSlides/_rels/notesSlide4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9.xml"/></Relationships>
</file>

<file path=ppt/notesSlides/_rels/notesSlide4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0.xml"/></Relationships>
</file>

<file path=ppt/notesSlides/_rels/notesSlide4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1.xml"/></Relationships>
</file>

<file path=ppt/notesSlides/_rels/notesSlide4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4.xml"/></Relationships>
</file>

<file path=ppt/notesSlides/_rels/notesSlide4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5.xml"/></Relationships>
</file>

<file path=ppt/notesSlides/_rels/notesSlide4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6.xml"/></Relationships>
</file>

<file path=ppt/notesSlides/_rels/notesSlide4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7.xml"/></Relationships>
</file>

<file path=ppt/notesSlides/_rels/notesSlide4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8.xml"/></Relationships>
</file>

<file path=ppt/notesSlides/_rels/notesSlide4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9.xml"/></Relationships>
</file>

<file path=ppt/notesSlides/_rels/notesSlide4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0.xml"/></Relationships>
</file>

<file path=ppt/notesSlides/_rels/notesSlide4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1.xml"/></Relationships>
</file>

<file path=ppt/notesSlides/_rels/notesSlide4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2.xml"/></Relationships>
</file>

<file path=ppt/notesSlides/_rels/notesSlide4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3.xml"/></Relationships>
</file>

<file path=ppt/notesSlides/_rels/notesSlide4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4.xml"/></Relationships>
</file>

<file path=ppt/notesSlides/_rels/notesSlide4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5.xml"/></Relationships>
</file>

<file path=ppt/notesSlides/_rels/notesSlide4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6.xml"/></Relationships>
</file>

<file path=ppt/notesSlides/_rels/notesSlide4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7.xml"/></Relationships>
</file>

<file path=ppt/notesSlides/_rels/notesSlide4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8.xml"/></Relationships>
</file>

<file path=ppt/notesSlides/_rels/notesSlide4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9.xml"/></Relationships>
</file>

<file path=ppt/notesSlides/_rels/notesSlide4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0.xml"/></Relationships>
</file>

<file path=ppt/notesSlides/_rels/notesSlide4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1.xml"/></Relationships>
</file>

<file path=ppt/notesSlides/_rels/notesSlide4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2.xml"/></Relationships>
</file>

<file path=ppt/notesSlides/_rels/notesSlide4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3.xml"/></Relationships>
</file>

<file path=ppt/notesSlides/_rels/notesSlide4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4.xml"/></Relationships>
</file>

<file path=ppt/notesSlides/_rels/notesSlide4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5.xml"/></Relationships>
</file>

<file path=ppt/notesSlides/_rels/notesSlide4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6.xml"/></Relationships>
</file>

<file path=ppt/notesSlides/_rels/notesSlide4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7.xml"/></Relationships>
</file>

<file path=ppt/notesSlides/_rels/notesSlide4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8.xml"/></Relationships>
</file>

<file path=ppt/notesSlides/_rels/notesSlide4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9.xml"/></Relationships>
</file>

<file path=ppt/notesSlides/_rels/notesSlide4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0.xml"/></Relationships>
</file>

<file path=ppt/notesSlides/_rels/notesSlide4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1.xml"/></Relationships>
</file>

<file path=ppt/notesSlides/_rels/notesSlide4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2.xml"/></Relationships>
</file>

<file path=ppt/notesSlides/_rels/notesSlide4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3.xml"/></Relationships>
</file>

<file path=ppt/notesSlides/_rels/notesSlide4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4.xml"/></Relationships>
</file>

<file path=ppt/notesSlides/_rels/notesSlide4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5.xml"/></Relationships>
</file>

<file path=ppt/notesSlides/_rels/notesSlide4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6.xml"/></Relationships>
</file>

<file path=ppt/notesSlides/_rels/notesSlide4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7.xml"/></Relationships>
</file>

<file path=ppt/notesSlides/_rels/notesSlide4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8.xml"/></Relationships>
</file>

<file path=ppt/notesSlides/_rels/notesSlide4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9.xml"/></Relationships>
</file>

<file path=ppt/notesSlides/_rels/notesSlide4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0.xml"/></Relationships>
</file>

<file path=ppt/notesSlides/_rels/notesSlide4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2.xml"/></Relationships>
</file>

<file path=ppt/notesSlides/_rels/notesSlide4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3.xml"/></Relationships>
</file>

<file path=ppt/notesSlides/_rels/notesSlide4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4.xml"/></Relationships>
</file>

<file path=ppt/notesSlides/_rels/notesSlide4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5.xml"/></Relationships>
</file>

<file path=ppt/notesSlides/_rels/notesSlide5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6.xml"/></Relationships>
</file>

<file path=ppt/notesSlides/_rels/notesSlide5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7.xml"/></Relationships>
</file>

<file path=ppt/notesSlides/_rels/notesSlide5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8.xml"/></Relationships>
</file>

<file path=ppt/notesSlides/_rels/notesSlide5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9.xml"/></Relationships>
</file>

<file path=ppt/notesSlides/_rels/notesSlide5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0.xml"/></Relationships>
</file>

<file path=ppt/notesSlides/_rels/notesSlide5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1.xml"/></Relationships>
</file>

<file path=ppt/notesSlides/_rels/notesSlide5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2.xml"/></Relationships>
</file>

<file path=ppt/notesSlides/_rels/notesSlide5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3.xml"/></Relationships>
</file>

<file path=ppt/notesSlides/_rels/notesSlide5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4.xml"/></Relationships>
</file>

<file path=ppt/notesSlides/_rels/notesSlide5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5.xml"/></Relationships>
</file>

<file path=ppt/notesSlides/_rels/notesSlide5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6.xml"/></Relationships>
</file>

<file path=ppt/notesSlides/_rels/notesSlide5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7.xml"/></Relationships>
</file>

<file path=ppt/notesSlides/_rels/notesSlide5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8.xml"/></Relationships>
</file>

<file path=ppt/notesSlides/_rels/notesSlide5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9.xml"/></Relationships>
</file>

<file path=ppt/notesSlides/_rels/notesSlide5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0.xml"/></Relationships>
</file>

<file path=ppt/notesSlides/_rels/notesSlide5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4.xml"/></Relationships>
</file>

<file path=ppt/notesSlides/_rels/notesSlide5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5.xml"/></Relationships>
</file>

<file path=ppt/notesSlides/_rels/notesSlide5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6.xml"/></Relationships>
</file>

<file path=ppt/notesSlides/_rels/notesSlide5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7.xml"/></Relationships>
</file>

<file path=ppt/notesSlides/_rels/notesSlide5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8.xml"/></Relationships>
</file>

<file path=ppt/notesSlides/_rels/notesSlide5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9.xml"/></Relationships>
</file>

<file path=ppt/notesSlides/_rels/notesSlide5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0.xml"/></Relationships>
</file>

<file path=ppt/notesSlides/_rels/notesSlide5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1.xml"/></Relationships>
</file>

<file path=ppt/notesSlides/_rels/notesSlide5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2.xml"/></Relationships>
</file>

<file path=ppt/notesSlides/_rels/notesSlide5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3.xml"/></Relationships>
</file>

<file path=ppt/notesSlides/_rels/notesSlide5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4.xml"/></Relationships>
</file>

<file path=ppt/notesSlides/_rels/notesSlide5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5.xml"/></Relationships>
</file>

<file path=ppt/notesSlides/_rels/notesSlide5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6.xml"/></Relationships>
</file>

<file path=ppt/notesSlides/_rels/notesSlide5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7.xml"/></Relationships>
</file>

<file path=ppt/notesSlides/_rels/notesSlide5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8.xml"/></Relationships>
</file>

<file path=ppt/notesSlides/_rels/notesSlide5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9.xml"/></Relationships>
</file>

<file path=ppt/notesSlides/_rels/notesSlide5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0.xml"/></Relationships>
</file>

<file path=ppt/notesSlides/_rels/notesSlide5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1.xml"/></Relationships>
</file>

<file path=ppt/notesSlides/_rels/notesSlide5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2.xml"/></Relationships>
</file>

<file path=ppt/notesSlides/_rels/notesSlide5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3.xml"/></Relationships>
</file>

<file path=ppt/notesSlides/_rels/notesSlide5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4.xml"/></Relationships>
</file>

<file path=ppt/notesSlides/_rels/notesSlide5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5.xml"/></Relationships>
</file>

<file path=ppt/notesSlides/_rels/notesSlide5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6.xml"/></Relationships>
</file>

<file path=ppt/notesSlides/_rels/notesSlide5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7.xml"/></Relationships>
</file>

<file path=ppt/notesSlides/_rels/notesSlide5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8.xml"/></Relationships>
</file>

<file path=ppt/notesSlides/_rels/notesSlide5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9.xml"/></Relationships>
</file>

<file path=ppt/notesSlides/_rels/notesSlide5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0.xml"/></Relationships>
</file>

<file path=ppt/notesSlides/_rels/notesSlide5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1.xml"/></Relationships>
</file>

<file path=ppt/notesSlides/_rels/notesSlide5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2.xml"/></Relationships>
</file>

<file path=ppt/notesSlides/_rels/notesSlide5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3.xml"/></Relationships>
</file>

<file path=ppt/notesSlides/_rels/notesSlide5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4.xml"/></Relationships>
</file>

<file path=ppt/notesSlides/_rels/notesSlide5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5.xml"/></Relationships>
</file>

<file path=ppt/notesSlides/_rels/notesSlide5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6.xml"/></Relationships>
</file>

<file path=ppt/notesSlides/_rels/notesSlide5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7.xml"/></Relationships>
</file>

<file path=ppt/notesSlides/_rels/notesSlide5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8.xml"/></Relationships>
</file>

<file path=ppt/notesSlides/_rels/notesSlide5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9.xml"/></Relationships>
</file>

<file path=ppt/notesSlides/_rels/notesSlide5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0.xml"/></Relationships>
</file>

<file path=ppt/notesSlides/_rels/notesSlide5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1.xml"/></Relationships>
</file>

<file path=ppt/notesSlides/_rels/notesSlide5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2.xml"/></Relationships>
</file>

<file path=ppt/notesSlides/_rels/notesSlide5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3.xml"/></Relationships>
</file>

<file path=ppt/notesSlides/_rels/notesSlide5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4.xml"/></Relationships>
</file>

<file path=ppt/notesSlides/_rels/notesSlide5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5.xml"/></Relationships>
</file>

<file path=ppt/notesSlides/_rels/notesSlide5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6.xml"/></Relationships>
</file>

<file path=ppt/notesSlides/_rels/notesSlide5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7.xml"/></Relationships>
</file>

<file path=ppt/notesSlides/_rels/notesSlide5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8.xml"/></Relationships>
</file>

<file path=ppt/notesSlides/_rels/notesSlide5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0.xml"/></Relationships>
</file>

<file path=ppt/notesSlides/_rels/notesSlide5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1.xml"/></Relationships>
</file>

<file path=ppt/notesSlides/_rels/notesSlide5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2.xml"/></Relationships>
</file>

<file path=ppt/notesSlides/_rels/notesSlide5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3.xml"/></Relationships>
</file>

<file path=ppt/notesSlides/_rels/notesSlide5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4.xml"/></Relationships>
</file>

<file path=ppt/notesSlides/_rels/notesSlide5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5.xml"/></Relationships>
</file>

<file path=ppt/notesSlides/_rels/notesSlide5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6.xml"/></Relationships>
</file>

<file path=ppt/notesSlides/_rels/notesSlide5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7.xml"/></Relationships>
</file>

<file path=ppt/notesSlides/_rels/notesSlide5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8.xml"/></Relationships>
</file>

<file path=ppt/notesSlides/_rels/notesSlide5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9.xml"/></Relationships>
</file>

<file path=ppt/notesSlides/_rels/notesSlide5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0.xml"/></Relationships>
</file>

<file path=ppt/notesSlides/_rels/notesSlide5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1.xml"/></Relationships>
</file>

<file path=ppt/notesSlides/_rels/notesSlide5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2.xml"/></Relationships>
</file>

<file path=ppt/notesSlides/_rels/notesSlide5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3.xml"/></Relationships>
</file>

<file path=ppt/notesSlides/_rels/notesSlide5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4.xml"/></Relationships>
</file>

<file path=ppt/notesSlides/_rels/notesSlide5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5.xml"/></Relationships>
</file>

<file path=ppt/notesSlides/_rels/notesSlide5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6.xml"/></Relationships>
</file>

<file path=ppt/notesSlides/_rels/notesSlide5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7.xml"/></Relationships>
</file>

<file path=ppt/notesSlides/_rels/notesSlide5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8.xml"/></Relationships>
</file>

<file path=ppt/notesSlides/_rels/notesSlide5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9.xml"/></Relationships>
</file>

<file path=ppt/notesSlides/_rels/notesSlide5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0.xml"/></Relationships>
</file>

<file path=ppt/notesSlides/_rels/notesSlide5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1.xml"/></Relationships>
</file>

<file path=ppt/notesSlides/_rels/notesSlide5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2.xml"/></Relationships>
</file>

<file path=ppt/notesSlides/_rels/notesSlide5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3.xml"/></Relationships>
</file>

<file path=ppt/notesSlides/_rels/notesSlide5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4.xml"/></Relationships>
</file>

<file path=ppt/notesSlides/_rels/notesSlide5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5.xml"/></Relationships>
</file>

<file path=ppt/notesSlides/_rels/notesSlide5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6.xml"/></Relationships>
</file>

<file path=ppt/notesSlides/_rels/notesSlide5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7.xml"/></Relationships>
</file>

<file path=ppt/notesSlides/_rels/notesSlide5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8.xml"/></Relationships>
</file>

<file path=ppt/notesSlides/_rels/notesSlide5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9.xml"/></Relationships>
</file>

<file path=ppt/notesSlides/_rels/notesSlide5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0.xml"/></Relationships>
</file>

<file path=ppt/notesSlides/_rels/notesSlide5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1.xml"/></Relationships>
</file>

<file path=ppt/notesSlides/_rels/notesSlide5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2.xml"/></Relationships>
</file>

<file path=ppt/notesSlides/_rels/notesSlide5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3.xml"/></Relationships>
</file>

<file path=ppt/notesSlides/_rels/notesSlide5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4.xml"/></Relationships>
</file>

<file path=ppt/notesSlides/_rels/notesSlide5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5.xml"/></Relationships>
</file>

<file path=ppt/notesSlides/_rels/notesSlide5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6.xml"/></Relationships>
</file>

<file path=ppt/notesSlides/_rels/notesSlide5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7.xml"/></Relationships>
</file>

<file path=ppt/notesSlides/_rels/notesSlide5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8.xml"/></Relationships>
</file>

<file path=ppt/notesSlides/_rels/notesSlide5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9.xml"/></Relationships>
</file>

<file path=ppt/notesSlides/_rels/notesSlide6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0.xml"/></Relationships>
</file>

<file path=ppt/notesSlides/_rels/notesSlide6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1.xml"/></Relationships>
</file>

<file path=ppt/notesSlides/_rels/notesSlide6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2.xml"/></Relationships>
</file>

<file path=ppt/notesSlides/_rels/notesSlide6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3.xml"/></Relationships>
</file>

<file path=ppt/notesSlides/_rels/notesSlide6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4.xml"/></Relationships>
</file>

<file path=ppt/notesSlides/_rels/notesSlide6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5.xml"/></Relationships>
</file>

<file path=ppt/notesSlides/_rels/notesSlide6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6.xml"/></Relationships>
</file>

<file path=ppt/notesSlides/_rels/notesSlide6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7.xml"/></Relationships>
</file>

<file path=ppt/notesSlides/_rels/notesSlide6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8.xml"/></Relationships>
</file>

<file path=ppt/notesSlides/_rels/notesSlide6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9.xml"/></Relationships>
</file>

<file path=ppt/notesSlides/_rels/notesSlide6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0.xml"/></Relationships>
</file>

<file path=ppt/notesSlides/_rels/notesSlide6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1.xml"/></Relationships>
</file>

<file path=ppt/notesSlides/_rels/notesSlide6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2.xml"/></Relationships>
</file>

<file path=ppt/notesSlides/_rels/notesSlide6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3.xml"/></Relationships>
</file>

<file path=ppt/notesSlides/_rels/notesSlide6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2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3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4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5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6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7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8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9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10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11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12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13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14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15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16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Anaconda_Conda_Jupyter_Project_Setup_Guide.pdf, page/slide 17 of 17. Section: Day 1: Inauguration, Introduction to Computing and Python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19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29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39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49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59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69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75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76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77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78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79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80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81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82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83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Day2_Session1_Python_Fundamentals_Slides.pdf, page/slide 84 of 84.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29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39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49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59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69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79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89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99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109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119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124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125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126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127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128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129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130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131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132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Day2_Session2_Input_Output_Basic_Programming_Slides.pdf, page/slide 133 of 133.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4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5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6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7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8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9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10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11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12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13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14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15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16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17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18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19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20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21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22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23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24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25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26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27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28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29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30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31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32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33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34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35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36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37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38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39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40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41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Day2_Practice_Questions.pdf, page/slide 42 of 42. Section: Day 2: Python Fundamentals I; Input, Output and Basic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2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3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4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5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6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7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8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9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10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11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12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13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14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15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Data_Structures_in_Python_Slides.pptx, page/slide 16 of 16.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3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4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5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6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7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8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9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10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11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12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13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14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15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16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17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18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19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20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21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22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23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24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25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26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27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Functions_and_Modular_Programming_Slides.pptx, page/slide 28 of 28.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19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29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39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49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59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62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63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64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65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66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67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68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69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70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Python_Classes_Objects_and_Methods_Slides.pdf, page/slide 71 of 71. Section: Day 4: Data Structures in Python; Functions and Modular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2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3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4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5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6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7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8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9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10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11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12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13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14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Python_Environments_Libraries_and_Files_Slides.pdf, page/slide 15 of 15. Section: Day 6: Python Environment and Libraries; File and Folder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3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4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5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6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7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8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9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10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11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12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13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14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15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16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17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18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19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20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21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22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23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24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25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26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27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28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29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30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NumPy_Lecture_Slides.pdf, page/slide 31 of 31.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8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9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10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11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12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13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14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15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16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17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18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19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20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21 of 77. Section: Day 7: Introduction to Data Processing (NumPy); Pandas and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22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23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24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25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26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27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28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29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30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31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32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33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34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35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36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37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38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39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40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41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42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43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44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45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46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47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48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49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50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51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52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53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54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55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56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57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58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59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60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61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62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63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64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65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66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67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68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69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70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71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72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73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74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75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76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Pandas_Data_Processing_Slides.pptx, page/slide 77 of 77. Section: Day 8: Data Cleaning and Filtering; Data Analysis with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5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6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7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8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9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10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11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12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13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14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15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16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17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18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19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20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21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22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23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24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25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26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27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28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29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30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31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32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33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34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35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36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37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38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39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40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41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42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43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44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Data_Visualization_and_Multimodal_Data_Slides.pdf, page/slide 45 of 45.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4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5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6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7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8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9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10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11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12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13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14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15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16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17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18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19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20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21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22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23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24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25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26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27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28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29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30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31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32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33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34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35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36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37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38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39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40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41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Images_Pillow_Theory_Slides.pdf, page/slide 42 of 42.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1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2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3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4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5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6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7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8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9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10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11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12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Images_Pillow_Lab_Slides.pdf, page/slide 13 of 13. Section: Day 9: Data Visualization and Multimodal Data; Working with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7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notesSlide" Target="../notesSlides/notesSlide8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8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notesSlide" Target="../notesSlides/notesSlide8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notesSlide" Target="../notesSlides/notesSlide8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notesSlide" Target="../notesSlides/notesSlide8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notesSlide" Target="../notesSlides/notesSlide8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notesSlide" Target="../notesSlides/notesSlide8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notesSlide" Target="../notesSlides/notesSlide8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notesSlide" Target="../notesSlides/notesSlide8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notesSlide" Target="../notesSlides/notesSlide8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notesSlide" Target="../notesSlides/notesSlide9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notesSlide" Target="../notesSlides/notesSlide9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notesSlide" Target="../notesSlides/notesSlide9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notesSlide" Target="../notesSlides/notesSlide9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notesSlide" Target="../notesSlides/notesSlide9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notesSlide" Target="../notesSlides/notesSlide9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notesSlide" Target="../notesSlides/notesSlide9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notesSlide" Target="../notesSlides/notesSlide9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Relationship Id="rId3" Type="http://schemas.openxmlformats.org/officeDocument/2006/relationships/notesSlide" Target="../notesSlides/notesSlide9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notesSlide" Target="../notesSlides/notesSlide9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notesSlide" Target="../notesSlides/notesSlide10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Relationship Id="rId3" Type="http://schemas.openxmlformats.org/officeDocument/2006/relationships/notesSlide" Target="../notesSlides/notesSlide10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notesSlide" Target="../notesSlides/notesSlide10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Relationship Id="rId3" Type="http://schemas.openxmlformats.org/officeDocument/2006/relationships/notesSlide" Target="../notesSlides/notesSlide103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Relationship Id="rId3" Type="http://schemas.openxmlformats.org/officeDocument/2006/relationships/notesSlide" Target="../notesSlides/notesSlide104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Relationship Id="rId3" Type="http://schemas.openxmlformats.org/officeDocument/2006/relationships/notesSlide" Target="../notesSlides/notesSlide10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notesSlide" Target="../notesSlides/notesSlide10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Relationship Id="rId3" Type="http://schemas.openxmlformats.org/officeDocument/2006/relationships/notesSlide" Target="../notesSlides/notesSlide10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Relationship Id="rId3" Type="http://schemas.openxmlformats.org/officeDocument/2006/relationships/notesSlide" Target="../notesSlides/notesSlide108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Relationship Id="rId3" Type="http://schemas.openxmlformats.org/officeDocument/2006/relationships/notesSlide" Target="../notesSlides/notesSlide10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Relationship Id="rId3" Type="http://schemas.openxmlformats.org/officeDocument/2006/relationships/notesSlide" Target="../notesSlides/notesSlide11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Relationship Id="rId3" Type="http://schemas.openxmlformats.org/officeDocument/2006/relationships/notesSlide" Target="../notesSlides/notesSlide11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notesSlide" Target="../notesSlides/notesSlide11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Relationship Id="rId3" Type="http://schemas.openxmlformats.org/officeDocument/2006/relationships/notesSlide" Target="../notesSlides/notesSlide11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Relationship Id="rId3" Type="http://schemas.openxmlformats.org/officeDocument/2006/relationships/notesSlide" Target="../notesSlides/notesSlide114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Relationship Id="rId3" Type="http://schemas.openxmlformats.org/officeDocument/2006/relationships/notesSlide" Target="../notesSlides/notesSlide115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Relationship Id="rId3" Type="http://schemas.openxmlformats.org/officeDocument/2006/relationships/notesSlide" Target="../notesSlides/notesSlide11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Relationship Id="rId3" Type="http://schemas.openxmlformats.org/officeDocument/2006/relationships/notesSlide" Target="../notesSlides/notesSlide11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Relationship Id="rId3" Type="http://schemas.openxmlformats.org/officeDocument/2006/relationships/notesSlide" Target="../notesSlides/notesSlide118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Relationship Id="rId3" Type="http://schemas.openxmlformats.org/officeDocument/2006/relationships/notesSlide" Target="../notesSlides/notesSlide119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Relationship Id="rId3" Type="http://schemas.openxmlformats.org/officeDocument/2006/relationships/notesSlide" Target="../notesSlides/notesSlide120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Relationship Id="rId3" Type="http://schemas.openxmlformats.org/officeDocument/2006/relationships/notesSlide" Target="../notesSlides/notesSlide12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Relationship Id="rId3" Type="http://schemas.openxmlformats.org/officeDocument/2006/relationships/notesSlide" Target="../notesSlides/notesSlide12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Relationship Id="rId3" Type="http://schemas.openxmlformats.org/officeDocument/2006/relationships/notesSlide" Target="../notesSlides/notesSlide1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Relationship Id="rId3" Type="http://schemas.openxmlformats.org/officeDocument/2006/relationships/notesSlide" Target="../notesSlides/notesSlide124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Relationship Id="rId3" Type="http://schemas.openxmlformats.org/officeDocument/2006/relationships/notesSlide" Target="../notesSlides/notesSlide12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Relationship Id="rId3" Type="http://schemas.openxmlformats.org/officeDocument/2006/relationships/notesSlide" Target="../notesSlides/notesSlide12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Relationship Id="rId3" Type="http://schemas.openxmlformats.org/officeDocument/2006/relationships/notesSlide" Target="../notesSlides/notesSlide12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Relationship Id="rId3" Type="http://schemas.openxmlformats.org/officeDocument/2006/relationships/notesSlide" Target="../notesSlides/notesSlide12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Relationship Id="rId3" Type="http://schemas.openxmlformats.org/officeDocument/2006/relationships/notesSlide" Target="../notesSlides/notesSlide12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Relationship Id="rId3" Type="http://schemas.openxmlformats.org/officeDocument/2006/relationships/notesSlide" Target="../notesSlides/notesSlide130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Relationship Id="rId3" Type="http://schemas.openxmlformats.org/officeDocument/2006/relationships/notesSlide" Target="../notesSlides/notesSlide13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Relationship Id="rId3" Type="http://schemas.openxmlformats.org/officeDocument/2006/relationships/notesSlide" Target="../notesSlides/notesSlide13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Relationship Id="rId3" Type="http://schemas.openxmlformats.org/officeDocument/2006/relationships/notesSlide" Target="../notesSlides/notesSlide13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Relationship Id="rId3" Type="http://schemas.openxmlformats.org/officeDocument/2006/relationships/notesSlide" Target="../notesSlides/notesSlide134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Relationship Id="rId3" Type="http://schemas.openxmlformats.org/officeDocument/2006/relationships/notesSlide" Target="../notesSlides/notesSlide13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Relationship Id="rId3" Type="http://schemas.openxmlformats.org/officeDocument/2006/relationships/notesSlide" Target="../notesSlides/notesSlide13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Relationship Id="rId3" Type="http://schemas.openxmlformats.org/officeDocument/2006/relationships/notesSlide" Target="../notesSlides/notesSlide13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Relationship Id="rId3" Type="http://schemas.openxmlformats.org/officeDocument/2006/relationships/notesSlide" Target="../notesSlides/notesSlide13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Relationship Id="rId3" Type="http://schemas.openxmlformats.org/officeDocument/2006/relationships/notesSlide" Target="../notesSlides/notesSlide139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Relationship Id="rId3" Type="http://schemas.openxmlformats.org/officeDocument/2006/relationships/notesSlide" Target="../notesSlides/notesSlide140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Relationship Id="rId3" Type="http://schemas.openxmlformats.org/officeDocument/2006/relationships/notesSlide" Target="../notesSlides/notesSlide14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Relationship Id="rId3" Type="http://schemas.openxmlformats.org/officeDocument/2006/relationships/notesSlide" Target="../notesSlides/notesSlide14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Relationship Id="rId3" Type="http://schemas.openxmlformats.org/officeDocument/2006/relationships/notesSlide" Target="../notesSlides/notesSlide143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Relationship Id="rId3" Type="http://schemas.openxmlformats.org/officeDocument/2006/relationships/notesSlide" Target="../notesSlides/notesSlide144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Relationship Id="rId3" Type="http://schemas.openxmlformats.org/officeDocument/2006/relationships/notesSlide" Target="../notesSlides/notesSlide14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Relationship Id="rId3" Type="http://schemas.openxmlformats.org/officeDocument/2006/relationships/notesSlide" Target="../notesSlides/notesSlide14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Relationship Id="rId3" Type="http://schemas.openxmlformats.org/officeDocument/2006/relationships/notesSlide" Target="../notesSlides/notesSlide14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Relationship Id="rId3" Type="http://schemas.openxmlformats.org/officeDocument/2006/relationships/notesSlide" Target="../notesSlides/notesSlide148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Relationship Id="rId3" Type="http://schemas.openxmlformats.org/officeDocument/2006/relationships/notesSlide" Target="../notesSlides/notesSlide14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Relationship Id="rId3" Type="http://schemas.openxmlformats.org/officeDocument/2006/relationships/notesSlide" Target="../notesSlides/notesSlide150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Relationship Id="rId3" Type="http://schemas.openxmlformats.org/officeDocument/2006/relationships/notesSlide" Target="../notesSlides/notesSlide15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Relationship Id="rId3" Type="http://schemas.openxmlformats.org/officeDocument/2006/relationships/notesSlide" Target="../notesSlides/notesSlide15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Relationship Id="rId3" Type="http://schemas.openxmlformats.org/officeDocument/2006/relationships/notesSlide" Target="../notesSlides/notesSlide153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Relationship Id="rId3" Type="http://schemas.openxmlformats.org/officeDocument/2006/relationships/notesSlide" Target="../notesSlides/notesSlide154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Relationship Id="rId3" Type="http://schemas.openxmlformats.org/officeDocument/2006/relationships/notesSlide" Target="../notesSlides/notesSlide155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Relationship Id="rId3" Type="http://schemas.openxmlformats.org/officeDocument/2006/relationships/notesSlide" Target="../notesSlides/notesSlide15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Relationship Id="rId3" Type="http://schemas.openxmlformats.org/officeDocument/2006/relationships/notesSlide" Target="../notesSlides/notesSlide15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Relationship Id="rId3" Type="http://schemas.openxmlformats.org/officeDocument/2006/relationships/notesSlide" Target="../notesSlides/notesSlide158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Relationship Id="rId3" Type="http://schemas.openxmlformats.org/officeDocument/2006/relationships/notesSlide" Target="../notesSlides/notesSlide15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Relationship Id="rId3" Type="http://schemas.openxmlformats.org/officeDocument/2006/relationships/notesSlide" Target="../notesSlides/notesSlide160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Relationship Id="rId3" Type="http://schemas.openxmlformats.org/officeDocument/2006/relationships/notesSlide" Target="../notesSlides/notesSlide16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Relationship Id="rId3" Type="http://schemas.openxmlformats.org/officeDocument/2006/relationships/notesSlide" Target="../notesSlides/notesSlide16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Relationship Id="rId3" Type="http://schemas.openxmlformats.org/officeDocument/2006/relationships/notesSlide" Target="../notesSlides/notesSlide163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Relationship Id="rId3" Type="http://schemas.openxmlformats.org/officeDocument/2006/relationships/notesSlide" Target="../notesSlides/notesSlide164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Relationship Id="rId3" Type="http://schemas.openxmlformats.org/officeDocument/2006/relationships/notesSlide" Target="../notesSlides/notesSlide165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Relationship Id="rId3" Type="http://schemas.openxmlformats.org/officeDocument/2006/relationships/notesSlide" Target="../notesSlides/notesSlide16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Relationship Id="rId3" Type="http://schemas.openxmlformats.org/officeDocument/2006/relationships/notesSlide" Target="../notesSlides/notesSlide16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Relationship Id="rId3" Type="http://schemas.openxmlformats.org/officeDocument/2006/relationships/notesSlide" Target="../notesSlides/notesSlide168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Relationship Id="rId3" Type="http://schemas.openxmlformats.org/officeDocument/2006/relationships/notesSlide" Target="../notesSlides/notesSlide169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Relationship Id="rId3" Type="http://schemas.openxmlformats.org/officeDocument/2006/relationships/notesSlide" Target="../notesSlides/notesSlide170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Relationship Id="rId3" Type="http://schemas.openxmlformats.org/officeDocument/2006/relationships/notesSlide" Target="../notesSlides/notesSlide17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Relationship Id="rId3" Type="http://schemas.openxmlformats.org/officeDocument/2006/relationships/notesSlide" Target="../notesSlides/notesSlide17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Relationship Id="rId3" Type="http://schemas.openxmlformats.org/officeDocument/2006/relationships/notesSlide" Target="../notesSlides/notesSlide173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Relationship Id="rId3" Type="http://schemas.openxmlformats.org/officeDocument/2006/relationships/notesSlide" Target="../notesSlides/notesSlide174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Relationship Id="rId3" Type="http://schemas.openxmlformats.org/officeDocument/2006/relationships/notesSlide" Target="../notesSlides/notesSlide175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Relationship Id="rId3" Type="http://schemas.openxmlformats.org/officeDocument/2006/relationships/notesSlide" Target="../notesSlides/notesSlide17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Relationship Id="rId3" Type="http://schemas.openxmlformats.org/officeDocument/2006/relationships/notesSlide" Target="../notesSlides/notesSlide17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Relationship Id="rId3" Type="http://schemas.openxmlformats.org/officeDocument/2006/relationships/notesSlide" Target="../notesSlides/notesSlide178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Relationship Id="rId3" Type="http://schemas.openxmlformats.org/officeDocument/2006/relationships/notesSlide" Target="../notesSlides/notesSlide179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Relationship Id="rId3" Type="http://schemas.openxmlformats.org/officeDocument/2006/relationships/notesSlide" Target="../notesSlides/notesSlide180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Relationship Id="rId3" Type="http://schemas.openxmlformats.org/officeDocument/2006/relationships/notesSlide" Target="../notesSlides/notesSlide18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Relationship Id="rId3" Type="http://schemas.openxmlformats.org/officeDocument/2006/relationships/notesSlide" Target="../notesSlides/notesSlide18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Relationship Id="rId3" Type="http://schemas.openxmlformats.org/officeDocument/2006/relationships/notesSlide" Target="../notesSlides/notesSlide183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Relationship Id="rId3" Type="http://schemas.openxmlformats.org/officeDocument/2006/relationships/notesSlide" Target="../notesSlides/notesSlide184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Relationship Id="rId3" Type="http://schemas.openxmlformats.org/officeDocument/2006/relationships/notesSlide" Target="../notesSlides/notesSlide185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Relationship Id="rId3" Type="http://schemas.openxmlformats.org/officeDocument/2006/relationships/notesSlide" Target="../notesSlides/notesSlide186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Relationship Id="rId3" Type="http://schemas.openxmlformats.org/officeDocument/2006/relationships/notesSlide" Target="../notesSlides/notesSlide18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Relationship Id="rId3" Type="http://schemas.openxmlformats.org/officeDocument/2006/relationships/notesSlide" Target="../notesSlides/notesSlide188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jpg"/><Relationship Id="rId3" Type="http://schemas.openxmlformats.org/officeDocument/2006/relationships/notesSlide" Target="../notesSlides/notesSlide189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Relationship Id="rId3" Type="http://schemas.openxmlformats.org/officeDocument/2006/relationships/notesSlide" Target="../notesSlides/notesSlide190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Relationship Id="rId3" Type="http://schemas.openxmlformats.org/officeDocument/2006/relationships/notesSlide" Target="../notesSlides/notesSlide19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Relationship Id="rId3" Type="http://schemas.openxmlformats.org/officeDocument/2006/relationships/notesSlide" Target="../notesSlides/notesSlide19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jpg"/><Relationship Id="rId3" Type="http://schemas.openxmlformats.org/officeDocument/2006/relationships/notesSlide" Target="../notesSlides/notesSlide193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jpg"/><Relationship Id="rId3" Type="http://schemas.openxmlformats.org/officeDocument/2006/relationships/notesSlide" Target="../notesSlides/notesSlide194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jpg"/><Relationship Id="rId3" Type="http://schemas.openxmlformats.org/officeDocument/2006/relationships/notesSlide" Target="../notesSlides/notesSlide195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Relationship Id="rId3" Type="http://schemas.openxmlformats.org/officeDocument/2006/relationships/notesSlide" Target="../notesSlides/notesSlide196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jpg"/><Relationship Id="rId3" Type="http://schemas.openxmlformats.org/officeDocument/2006/relationships/notesSlide" Target="../notesSlides/notesSlide19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jpg"/><Relationship Id="rId3" Type="http://schemas.openxmlformats.org/officeDocument/2006/relationships/notesSlide" Target="../notesSlides/notesSlide198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jpg"/><Relationship Id="rId3" Type="http://schemas.openxmlformats.org/officeDocument/2006/relationships/notesSlide" Target="../notesSlides/notesSlide199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jpg"/><Relationship Id="rId3" Type="http://schemas.openxmlformats.org/officeDocument/2006/relationships/notesSlide" Target="../notesSlides/notesSlide200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jpg"/><Relationship Id="rId3" Type="http://schemas.openxmlformats.org/officeDocument/2006/relationships/notesSlide" Target="../notesSlides/notesSlide20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jpg"/><Relationship Id="rId3" Type="http://schemas.openxmlformats.org/officeDocument/2006/relationships/notesSlide" Target="../notesSlides/notesSlide20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jpg"/><Relationship Id="rId3" Type="http://schemas.openxmlformats.org/officeDocument/2006/relationships/notesSlide" Target="../notesSlides/notesSlide203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Relationship Id="rId3" Type="http://schemas.openxmlformats.org/officeDocument/2006/relationships/notesSlide" Target="../notesSlides/notesSlide204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Relationship Id="rId3" Type="http://schemas.openxmlformats.org/officeDocument/2006/relationships/notesSlide" Target="../notesSlides/notesSlide205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jpg"/><Relationship Id="rId3" Type="http://schemas.openxmlformats.org/officeDocument/2006/relationships/notesSlide" Target="../notesSlides/notesSlide206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Relationship Id="rId3" Type="http://schemas.openxmlformats.org/officeDocument/2006/relationships/notesSlide" Target="../notesSlides/notesSlide20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Relationship Id="rId3" Type="http://schemas.openxmlformats.org/officeDocument/2006/relationships/notesSlide" Target="../notesSlides/notesSlide208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Relationship Id="rId3" Type="http://schemas.openxmlformats.org/officeDocument/2006/relationships/notesSlide" Target="../notesSlides/notesSlide209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Relationship Id="rId3" Type="http://schemas.openxmlformats.org/officeDocument/2006/relationships/notesSlide" Target="../notesSlides/notesSlide210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jpg"/><Relationship Id="rId3" Type="http://schemas.openxmlformats.org/officeDocument/2006/relationships/notesSlide" Target="../notesSlides/notesSlide21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jpg"/><Relationship Id="rId3" Type="http://schemas.openxmlformats.org/officeDocument/2006/relationships/notesSlide" Target="../notesSlides/notesSlide21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Relationship Id="rId3" Type="http://schemas.openxmlformats.org/officeDocument/2006/relationships/notesSlide" Target="../notesSlides/notesSlide213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Relationship Id="rId3" Type="http://schemas.openxmlformats.org/officeDocument/2006/relationships/notesSlide" Target="../notesSlides/notesSlide214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Relationship Id="rId3" Type="http://schemas.openxmlformats.org/officeDocument/2006/relationships/notesSlide" Target="../notesSlides/notesSlide215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jpg"/><Relationship Id="rId3" Type="http://schemas.openxmlformats.org/officeDocument/2006/relationships/notesSlide" Target="../notesSlides/notesSlide216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Relationship Id="rId3" Type="http://schemas.openxmlformats.org/officeDocument/2006/relationships/notesSlide" Target="../notesSlides/notesSlide21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jpg"/><Relationship Id="rId3" Type="http://schemas.openxmlformats.org/officeDocument/2006/relationships/notesSlide" Target="../notesSlides/notesSlide218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jpg"/><Relationship Id="rId3" Type="http://schemas.openxmlformats.org/officeDocument/2006/relationships/notesSlide" Target="../notesSlides/notesSlide219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jpg"/><Relationship Id="rId3" Type="http://schemas.openxmlformats.org/officeDocument/2006/relationships/notesSlide" Target="../notesSlides/notesSlide220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Relationship Id="rId3" Type="http://schemas.openxmlformats.org/officeDocument/2006/relationships/notesSlide" Target="../notesSlides/notesSlide22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jpg"/><Relationship Id="rId3" Type="http://schemas.openxmlformats.org/officeDocument/2006/relationships/notesSlide" Target="../notesSlides/notesSlide22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jpg"/><Relationship Id="rId3" Type="http://schemas.openxmlformats.org/officeDocument/2006/relationships/notesSlide" Target="../notesSlides/notesSlide223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Relationship Id="rId3" Type="http://schemas.openxmlformats.org/officeDocument/2006/relationships/notesSlide" Target="../notesSlides/notesSlide224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Relationship Id="rId3" Type="http://schemas.openxmlformats.org/officeDocument/2006/relationships/notesSlide" Target="../notesSlides/notesSlide225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jpg"/><Relationship Id="rId3" Type="http://schemas.openxmlformats.org/officeDocument/2006/relationships/notesSlide" Target="../notesSlides/notesSlide226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jpg"/><Relationship Id="rId3" Type="http://schemas.openxmlformats.org/officeDocument/2006/relationships/notesSlide" Target="../notesSlides/notesSlide22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Relationship Id="rId3" Type="http://schemas.openxmlformats.org/officeDocument/2006/relationships/notesSlide" Target="../notesSlides/notesSlide228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jpg"/><Relationship Id="rId3" Type="http://schemas.openxmlformats.org/officeDocument/2006/relationships/notesSlide" Target="../notesSlides/notesSlide229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Relationship Id="rId3" Type="http://schemas.openxmlformats.org/officeDocument/2006/relationships/notesSlide" Target="../notesSlides/notesSlide230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jpg"/><Relationship Id="rId3" Type="http://schemas.openxmlformats.org/officeDocument/2006/relationships/notesSlide" Target="../notesSlides/notesSlide23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Relationship Id="rId3" Type="http://schemas.openxmlformats.org/officeDocument/2006/relationships/notesSlide" Target="../notesSlides/notesSlide23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jpg"/><Relationship Id="rId3" Type="http://schemas.openxmlformats.org/officeDocument/2006/relationships/notesSlide" Target="../notesSlides/notesSlide233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jpg"/><Relationship Id="rId3" Type="http://schemas.openxmlformats.org/officeDocument/2006/relationships/notesSlide" Target="../notesSlides/notesSlide234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Relationship Id="rId3" Type="http://schemas.openxmlformats.org/officeDocument/2006/relationships/notesSlide" Target="../notesSlides/notesSlide235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jpg"/><Relationship Id="rId3" Type="http://schemas.openxmlformats.org/officeDocument/2006/relationships/notesSlide" Target="../notesSlides/notesSlide236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jpg"/><Relationship Id="rId3" Type="http://schemas.openxmlformats.org/officeDocument/2006/relationships/notesSlide" Target="../notesSlides/notesSlide23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Relationship Id="rId3" Type="http://schemas.openxmlformats.org/officeDocument/2006/relationships/notesSlide" Target="../notesSlides/notesSlide238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Relationship Id="rId3" Type="http://schemas.openxmlformats.org/officeDocument/2006/relationships/notesSlide" Target="../notesSlides/notesSlide239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Relationship Id="rId3" Type="http://schemas.openxmlformats.org/officeDocument/2006/relationships/notesSlide" Target="../notesSlides/notesSlide240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jpg"/><Relationship Id="rId3" Type="http://schemas.openxmlformats.org/officeDocument/2006/relationships/notesSlide" Target="../notesSlides/notesSlide241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Relationship Id="rId3" Type="http://schemas.openxmlformats.org/officeDocument/2006/relationships/notesSlide" Target="../notesSlides/notesSlide24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jpg"/><Relationship Id="rId3" Type="http://schemas.openxmlformats.org/officeDocument/2006/relationships/notesSlide" Target="../notesSlides/notesSlide243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jpg"/><Relationship Id="rId3" Type="http://schemas.openxmlformats.org/officeDocument/2006/relationships/notesSlide" Target="../notesSlides/notesSlide244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jpg"/><Relationship Id="rId3" Type="http://schemas.openxmlformats.org/officeDocument/2006/relationships/notesSlide" Target="../notesSlides/notesSlide24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jpg"/><Relationship Id="rId3" Type="http://schemas.openxmlformats.org/officeDocument/2006/relationships/notesSlide" Target="../notesSlides/notesSlide246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jpg"/><Relationship Id="rId3" Type="http://schemas.openxmlformats.org/officeDocument/2006/relationships/notesSlide" Target="../notesSlides/notesSlide24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Relationship Id="rId3" Type="http://schemas.openxmlformats.org/officeDocument/2006/relationships/notesSlide" Target="../notesSlides/notesSlide248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jpg"/><Relationship Id="rId3" Type="http://schemas.openxmlformats.org/officeDocument/2006/relationships/notesSlide" Target="../notesSlides/notesSlide249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Relationship Id="rId3" Type="http://schemas.openxmlformats.org/officeDocument/2006/relationships/notesSlide" Target="../notesSlides/notesSlide250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Relationship Id="rId3" Type="http://schemas.openxmlformats.org/officeDocument/2006/relationships/notesSlide" Target="../notesSlides/notesSlide251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jpg"/><Relationship Id="rId3" Type="http://schemas.openxmlformats.org/officeDocument/2006/relationships/notesSlide" Target="../notesSlides/notesSlide25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jpg"/><Relationship Id="rId3" Type="http://schemas.openxmlformats.org/officeDocument/2006/relationships/notesSlide" Target="../notesSlides/notesSlide253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jpg"/><Relationship Id="rId3" Type="http://schemas.openxmlformats.org/officeDocument/2006/relationships/notesSlide" Target="../notesSlides/notesSlide254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jpg"/><Relationship Id="rId3" Type="http://schemas.openxmlformats.org/officeDocument/2006/relationships/notesSlide" Target="../notesSlides/notesSlide255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jpg"/><Relationship Id="rId3" Type="http://schemas.openxmlformats.org/officeDocument/2006/relationships/notesSlide" Target="../notesSlides/notesSlide25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jpg"/><Relationship Id="rId3" Type="http://schemas.openxmlformats.org/officeDocument/2006/relationships/notesSlide" Target="../notesSlides/notesSlide25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jpg"/><Relationship Id="rId3" Type="http://schemas.openxmlformats.org/officeDocument/2006/relationships/notesSlide" Target="../notesSlides/notesSlide258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jpg"/><Relationship Id="rId3" Type="http://schemas.openxmlformats.org/officeDocument/2006/relationships/notesSlide" Target="../notesSlides/notesSlide259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jpg"/><Relationship Id="rId3" Type="http://schemas.openxmlformats.org/officeDocument/2006/relationships/notesSlide" Target="../notesSlides/notesSlide260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jpg"/><Relationship Id="rId3" Type="http://schemas.openxmlformats.org/officeDocument/2006/relationships/notesSlide" Target="../notesSlides/notesSlide26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jpg"/><Relationship Id="rId3" Type="http://schemas.openxmlformats.org/officeDocument/2006/relationships/notesSlide" Target="../notesSlides/notesSlide26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jpg"/><Relationship Id="rId3" Type="http://schemas.openxmlformats.org/officeDocument/2006/relationships/notesSlide" Target="../notesSlides/notesSlide263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jpg"/><Relationship Id="rId3" Type="http://schemas.openxmlformats.org/officeDocument/2006/relationships/notesSlide" Target="../notesSlides/notesSlide264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jpg"/><Relationship Id="rId3" Type="http://schemas.openxmlformats.org/officeDocument/2006/relationships/notesSlide" Target="../notesSlides/notesSlide265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jpg"/><Relationship Id="rId3" Type="http://schemas.openxmlformats.org/officeDocument/2006/relationships/notesSlide" Target="../notesSlides/notesSlide266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jpg"/><Relationship Id="rId3" Type="http://schemas.openxmlformats.org/officeDocument/2006/relationships/notesSlide" Target="../notesSlides/notesSlide26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jpg"/><Relationship Id="rId3" Type="http://schemas.openxmlformats.org/officeDocument/2006/relationships/notesSlide" Target="../notesSlides/notesSlide268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jpg"/><Relationship Id="rId3" Type="http://schemas.openxmlformats.org/officeDocument/2006/relationships/notesSlide" Target="../notesSlides/notesSlide269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jpg"/><Relationship Id="rId3" Type="http://schemas.openxmlformats.org/officeDocument/2006/relationships/notesSlide" Target="../notesSlides/notesSlide270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jpg"/><Relationship Id="rId3" Type="http://schemas.openxmlformats.org/officeDocument/2006/relationships/notesSlide" Target="../notesSlides/notesSlide27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jpg"/><Relationship Id="rId3" Type="http://schemas.openxmlformats.org/officeDocument/2006/relationships/notesSlide" Target="../notesSlides/notesSlide27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jpg"/><Relationship Id="rId3" Type="http://schemas.openxmlformats.org/officeDocument/2006/relationships/notesSlide" Target="../notesSlides/notesSlide273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jpg"/><Relationship Id="rId3" Type="http://schemas.openxmlformats.org/officeDocument/2006/relationships/notesSlide" Target="../notesSlides/notesSlide274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jpg"/><Relationship Id="rId3" Type="http://schemas.openxmlformats.org/officeDocument/2006/relationships/notesSlide" Target="../notesSlides/notesSlide275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jpg"/><Relationship Id="rId3" Type="http://schemas.openxmlformats.org/officeDocument/2006/relationships/notesSlide" Target="../notesSlides/notesSlide276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jpg"/><Relationship Id="rId3" Type="http://schemas.openxmlformats.org/officeDocument/2006/relationships/notesSlide" Target="../notesSlides/notesSlide27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jpg"/><Relationship Id="rId3" Type="http://schemas.openxmlformats.org/officeDocument/2006/relationships/notesSlide" Target="../notesSlides/notesSlide278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jpg"/><Relationship Id="rId3" Type="http://schemas.openxmlformats.org/officeDocument/2006/relationships/notesSlide" Target="../notesSlides/notesSlide279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jpg"/><Relationship Id="rId3" Type="http://schemas.openxmlformats.org/officeDocument/2006/relationships/notesSlide" Target="../notesSlides/notesSlide280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jpg"/><Relationship Id="rId3" Type="http://schemas.openxmlformats.org/officeDocument/2006/relationships/notesSlide" Target="../notesSlides/notesSlide281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jpg"/><Relationship Id="rId3" Type="http://schemas.openxmlformats.org/officeDocument/2006/relationships/notesSlide" Target="../notesSlides/notesSlide282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jpg"/><Relationship Id="rId3" Type="http://schemas.openxmlformats.org/officeDocument/2006/relationships/notesSlide" Target="../notesSlides/notesSlide283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jpg"/><Relationship Id="rId3" Type="http://schemas.openxmlformats.org/officeDocument/2006/relationships/notesSlide" Target="../notesSlides/notesSlide284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jpg"/><Relationship Id="rId3" Type="http://schemas.openxmlformats.org/officeDocument/2006/relationships/notesSlide" Target="../notesSlides/notesSlide285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jpg"/><Relationship Id="rId3" Type="http://schemas.openxmlformats.org/officeDocument/2006/relationships/notesSlide" Target="../notesSlides/notesSlide286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jpg"/><Relationship Id="rId3" Type="http://schemas.openxmlformats.org/officeDocument/2006/relationships/notesSlide" Target="../notesSlides/notesSlide28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jpg"/><Relationship Id="rId3" Type="http://schemas.openxmlformats.org/officeDocument/2006/relationships/notesSlide" Target="../notesSlides/notesSlide288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jpg"/><Relationship Id="rId3" Type="http://schemas.openxmlformats.org/officeDocument/2006/relationships/notesSlide" Target="../notesSlides/notesSlide289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jpg"/><Relationship Id="rId3" Type="http://schemas.openxmlformats.org/officeDocument/2006/relationships/notesSlide" Target="../notesSlides/notesSlide290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jpg"/><Relationship Id="rId3" Type="http://schemas.openxmlformats.org/officeDocument/2006/relationships/notesSlide" Target="../notesSlides/notesSlide291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jpg"/><Relationship Id="rId3" Type="http://schemas.openxmlformats.org/officeDocument/2006/relationships/notesSlide" Target="../notesSlides/notesSlide292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jpg"/><Relationship Id="rId3" Type="http://schemas.openxmlformats.org/officeDocument/2006/relationships/notesSlide" Target="../notesSlides/notesSlide293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jpg"/><Relationship Id="rId3" Type="http://schemas.openxmlformats.org/officeDocument/2006/relationships/notesSlide" Target="../notesSlides/notesSlide294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jpg"/><Relationship Id="rId3" Type="http://schemas.openxmlformats.org/officeDocument/2006/relationships/notesSlide" Target="../notesSlides/notesSlide295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jpg"/><Relationship Id="rId3" Type="http://schemas.openxmlformats.org/officeDocument/2006/relationships/notesSlide" Target="../notesSlides/notesSlide296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jpg"/><Relationship Id="rId3" Type="http://schemas.openxmlformats.org/officeDocument/2006/relationships/notesSlide" Target="../notesSlides/notesSlide29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jpg"/><Relationship Id="rId3" Type="http://schemas.openxmlformats.org/officeDocument/2006/relationships/notesSlide" Target="../notesSlides/notesSlide298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jpg"/><Relationship Id="rId3" Type="http://schemas.openxmlformats.org/officeDocument/2006/relationships/notesSlide" Target="../notesSlides/notesSlide299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jpg"/><Relationship Id="rId3" Type="http://schemas.openxmlformats.org/officeDocument/2006/relationships/notesSlide" Target="../notesSlides/notesSlide300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jpg"/><Relationship Id="rId3" Type="http://schemas.openxmlformats.org/officeDocument/2006/relationships/notesSlide" Target="../notesSlides/notesSlide301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jpg"/><Relationship Id="rId3" Type="http://schemas.openxmlformats.org/officeDocument/2006/relationships/notesSlide" Target="../notesSlides/notesSlide302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jpg"/><Relationship Id="rId3" Type="http://schemas.openxmlformats.org/officeDocument/2006/relationships/notesSlide" Target="../notesSlides/notesSlide303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jpg"/><Relationship Id="rId3" Type="http://schemas.openxmlformats.org/officeDocument/2006/relationships/notesSlide" Target="../notesSlides/notesSlide304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jpg"/><Relationship Id="rId3" Type="http://schemas.openxmlformats.org/officeDocument/2006/relationships/notesSlide" Target="../notesSlides/notesSlide305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jpg"/><Relationship Id="rId3" Type="http://schemas.openxmlformats.org/officeDocument/2006/relationships/notesSlide" Target="../notesSlides/notesSlide306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jpg"/><Relationship Id="rId3" Type="http://schemas.openxmlformats.org/officeDocument/2006/relationships/notesSlide" Target="../notesSlides/notesSlide30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jpg"/><Relationship Id="rId3" Type="http://schemas.openxmlformats.org/officeDocument/2006/relationships/notesSlide" Target="../notesSlides/notesSlide308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jpg"/><Relationship Id="rId3" Type="http://schemas.openxmlformats.org/officeDocument/2006/relationships/notesSlide" Target="../notesSlides/notesSlide309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jpg"/><Relationship Id="rId3" Type="http://schemas.openxmlformats.org/officeDocument/2006/relationships/notesSlide" Target="../notesSlides/notesSlide310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jpg"/><Relationship Id="rId3" Type="http://schemas.openxmlformats.org/officeDocument/2006/relationships/notesSlide" Target="../notesSlides/notesSlide311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jpg"/><Relationship Id="rId3" Type="http://schemas.openxmlformats.org/officeDocument/2006/relationships/notesSlide" Target="../notesSlides/notesSlide312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jpg"/><Relationship Id="rId3" Type="http://schemas.openxmlformats.org/officeDocument/2006/relationships/notesSlide" Target="../notesSlides/notesSlide313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jpg"/><Relationship Id="rId3" Type="http://schemas.openxmlformats.org/officeDocument/2006/relationships/notesSlide" Target="../notesSlides/notesSlide314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jpg"/><Relationship Id="rId3" Type="http://schemas.openxmlformats.org/officeDocument/2006/relationships/notesSlide" Target="../notesSlides/notesSlide315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jpg"/><Relationship Id="rId3" Type="http://schemas.openxmlformats.org/officeDocument/2006/relationships/notesSlide" Target="../notesSlides/notesSlide316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jpg"/><Relationship Id="rId3" Type="http://schemas.openxmlformats.org/officeDocument/2006/relationships/notesSlide" Target="../notesSlides/notesSlide31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jpg"/><Relationship Id="rId3" Type="http://schemas.openxmlformats.org/officeDocument/2006/relationships/notesSlide" Target="../notesSlides/notesSlide318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jpg"/><Relationship Id="rId3" Type="http://schemas.openxmlformats.org/officeDocument/2006/relationships/notesSlide" Target="../notesSlides/notesSlide319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jpg"/><Relationship Id="rId3" Type="http://schemas.openxmlformats.org/officeDocument/2006/relationships/notesSlide" Target="../notesSlides/notesSlide320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jpg"/><Relationship Id="rId3" Type="http://schemas.openxmlformats.org/officeDocument/2006/relationships/notesSlide" Target="../notesSlides/notesSlide321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jpg"/><Relationship Id="rId3" Type="http://schemas.openxmlformats.org/officeDocument/2006/relationships/notesSlide" Target="../notesSlides/notesSlide322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jpg"/><Relationship Id="rId3" Type="http://schemas.openxmlformats.org/officeDocument/2006/relationships/notesSlide" Target="../notesSlides/notesSlide323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jpg"/><Relationship Id="rId3" Type="http://schemas.openxmlformats.org/officeDocument/2006/relationships/notesSlide" Target="../notesSlides/notesSlide324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Relationship Id="rId3" Type="http://schemas.openxmlformats.org/officeDocument/2006/relationships/notesSlide" Target="../notesSlides/notesSlide325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jpg"/><Relationship Id="rId3" Type="http://schemas.openxmlformats.org/officeDocument/2006/relationships/notesSlide" Target="../notesSlides/notesSlide326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jpg"/><Relationship Id="rId3" Type="http://schemas.openxmlformats.org/officeDocument/2006/relationships/notesSlide" Target="../notesSlides/notesSlide32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jpg"/><Relationship Id="rId3" Type="http://schemas.openxmlformats.org/officeDocument/2006/relationships/notesSlide" Target="../notesSlides/notesSlide328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jpg"/><Relationship Id="rId3" Type="http://schemas.openxmlformats.org/officeDocument/2006/relationships/notesSlide" Target="../notesSlides/notesSlide329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jpg"/><Relationship Id="rId3" Type="http://schemas.openxmlformats.org/officeDocument/2006/relationships/notesSlide" Target="../notesSlides/notesSlide330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jpg"/><Relationship Id="rId3" Type="http://schemas.openxmlformats.org/officeDocument/2006/relationships/notesSlide" Target="../notesSlides/notesSlide331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jpg"/><Relationship Id="rId3" Type="http://schemas.openxmlformats.org/officeDocument/2006/relationships/notesSlide" Target="../notesSlides/notesSlide332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jpg"/><Relationship Id="rId3" Type="http://schemas.openxmlformats.org/officeDocument/2006/relationships/notesSlide" Target="../notesSlides/notesSlide333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jpg"/><Relationship Id="rId3" Type="http://schemas.openxmlformats.org/officeDocument/2006/relationships/notesSlide" Target="../notesSlides/notesSlide334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jpg"/><Relationship Id="rId3" Type="http://schemas.openxmlformats.org/officeDocument/2006/relationships/notesSlide" Target="../notesSlides/notesSlide335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jpg"/><Relationship Id="rId3" Type="http://schemas.openxmlformats.org/officeDocument/2006/relationships/notesSlide" Target="../notesSlides/notesSlide336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jpg"/><Relationship Id="rId3" Type="http://schemas.openxmlformats.org/officeDocument/2006/relationships/notesSlide" Target="../notesSlides/notesSlide33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jpg"/><Relationship Id="rId3" Type="http://schemas.openxmlformats.org/officeDocument/2006/relationships/notesSlide" Target="../notesSlides/notesSlide338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jpg"/><Relationship Id="rId3" Type="http://schemas.openxmlformats.org/officeDocument/2006/relationships/notesSlide" Target="../notesSlides/notesSlide339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jpg"/><Relationship Id="rId3" Type="http://schemas.openxmlformats.org/officeDocument/2006/relationships/notesSlide" Target="../notesSlides/notesSlide340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jpg"/><Relationship Id="rId3" Type="http://schemas.openxmlformats.org/officeDocument/2006/relationships/notesSlide" Target="../notesSlides/notesSlide341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jpg"/><Relationship Id="rId3" Type="http://schemas.openxmlformats.org/officeDocument/2006/relationships/notesSlide" Target="../notesSlides/notesSlide342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jpg"/><Relationship Id="rId3" Type="http://schemas.openxmlformats.org/officeDocument/2006/relationships/notesSlide" Target="../notesSlides/notesSlide343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jpg"/><Relationship Id="rId3" Type="http://schemas.openxmlformats.org/officeDocument/2006/relationships/notesSlide" Target="../notesSlides/notesSlide344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jpg"/><Relationship Id="rId3" Type="http://schemas.openxmlformats.org/officeDocument/2006/relationships/notesSlide" Target="../notesSlides/notesSlide345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jpg"/><Relationship Id="rId3" Type="http://schemas.openxmlformats.org/officeDocument/2006/relationships/notesSlide" Target="../notesSlides/notesSlide346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jpg"/><Relationship Id="rId3" Type="http://schemas.openxmlformats.org/officeDocument/2006/relationships/notesSlide" Target="../notesSlides/notesSlide34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jpg"/><Relationship Id="rId3" Type="http://schemas.openxmlformats.org/officeDocument/2006/relationships/notesSlide" Target="../notesSlides/notesSlide348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jpg"/><Relationship Id="rId3" Type="http://schemas.openxmlformats.org/officeDocument/2006/relationships/notesSlide" Target="../notesSlides/notesSlide349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jpg"/><Relationship Id="rId3" Type="http://schemas.openxmlformats.org/officeDocument/2006/relationships/notesSlide" Target="../notesSlides/notesSlide350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jpg"/><Relationship Id="rId3" Type="http://schemas.openxmlformats.org/officeDocument/2006/relationships/notesSlide" Target="../notesSlides/notesSlide351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jpg"/><Relationship Id="rId3" Type="http://schemas.openxmlformats.org/officeDocument/2006/relationships/notesSlide" Target="../notesSlides/notesSlide352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jpg"/><Relationship Id="rId3" Type="http://schemas.openxmlformats.org/officeDocument/2006/relationships/notesSlide" Target="../notesSlides/notesSlide353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jpg"/><Relationship Id="rId3" Type="http://schemas.openxmlformats.org/officeDocument/2006/relationships/notesSlide" Target="../notesSlides/notesSlide354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jpg"/><Relationship Id="rId3" Type="http://schemas.openxmlformats.org/officeDocument/2006/relationships/notesSlide" Target="../notesSlides/notesSlide355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jpg"/><Relationship Id="rId3" Type="http://schemas.openxmlformats.org/officeDocument/2006/relationships/notesSlide" Target="../notesSlides/notesSlide356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jpg"/><Relationship Id="rId3" Type="http://schemas.openxmlformats.org/officeDocument/2006/relationships/notesSlide" Target="../notesSlides/notesSlide35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jpg"/><Relationship Id="rId3" Type="http://schemas.openxmlformats.org/officeDocument/2006/relationships/notesSlide" Target="../notesSlides/notesSlide358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jpg"/><Relationship Id="rId3" Type="http://schemas.openxmlformats.org/officeDocument/2006/relationships/notesSlide" Target="../notesSlides/notesSlide359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jpg"/><Relationship Id="rId3" Type="http://schemas.openxmlformats.org/officeDocument/2006/relationships/notesSlide" Target="../notesSlides/notesSlide360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jpg"/><Relationship Id="rId3" Type="http://schemas.openxmlformats.org/officeDocument/2006/relationships/notesSlide" Target="../notesSlides/notesSlide361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jpg"/><Relationship Id="rId3" Type="http://schemas.openxmlformats.org/officeDocument/2006/relationships/notesSlide" Target="../notesSlides/notesSlide362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jpg"/><Relationship Id="rId3" Type="http://schemas.openxmlformats.org/officeDocument/2006/relationships/notesSlide" Target="../notesSlides/notesSlide363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jpg"/><Relationship Id="rId3" Type="http://schemas.openxmlformats.org/officeDocument/2006/relationships/notesSlide" Target="../notesSlides/notesSlide364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jpg"/><Relationship Id="rId3" Type="http://schemas.openxmlformats.org/officeDocument/2006/relationships/notesSlide" Target="../notesSlides/notesSlide365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6.jpg"/><Relationship Id="rId3" Type="http://schemas.openxmlformats.org/officeDocument/2006/relationships/notesSlide" Target="../notesSlides/notesSlide366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jpg"/><Relationship Id="rId3" Type="http://schemas.openxmlformats.org/officeDocument/2006/relationships/notesSlide" Target="../notesSlides/notesSlide36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jpg"/><Relationship Id="rId3" Type="http://schemas.openxmlformats.org/officeDocument/2006/relationships/notesSlide" Target="../notesSlides/notesSlide368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jpg"/><Relationship Id="rId3" Type="http://schemas.openxmlformats.org/officeDocument/2006/relationships/notesSlide" Target="../notesSlides/notesSlide369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jpg"/><Relationship Id="rId3" Type="http://schemas.openxmlformats.org/officeDocument/2006/relationships/notesSlide" Target="../notesSlides/notesSlide370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jpg"/><Relationship Id="rId3" Type="http://schemas.openxmlformats.org/officeDocument/2006/relationships/notesSlide" Target="../notesSlides/notesSlide371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jpg"/><Relationship Id="rId3" Type="http://schemas.openxmlformats.org/officeDocument/2006/relationships/notesSlide" Target="../notesSlides/notesSlide372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jpg"/><Relationship Id="rId3" Type="http://schemas.openxmlformats.org/officeDocument/2006/relationships/notesSlide" Target="../notesSlides/notesSlide373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jpg"/><Relationship Id="rId3" Type="http://schemas.openxmlformats.org/officeDocument/2006/relationships/notesSlide" Target="../notesSlides/notesSlide374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jpg"/><Relationship Id="rId3" Type="http://schemas.openxmlformats.org/officeDocument/2006/relationships/notesSlide" Target="../notesSlides/notesSlide375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jpg"/><Relationship Id="rId3" Type="http://schemas.openxmlformats.org/officeDocument/2006/relationships/notesSlide" Target="../notesSlides/notesSlide376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jpg"/><Relationship Id="rId3" Type="http://schemas.openxmlformats.org/officeDocument/2006/relationships/notesSlide" Target="../notesSlides/notesSlide37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jpg"/><Relationship Id="rId3" Type="http://schemas.openxmlformats.org/officeDocument/2006/relationships/notesSlide" Target="../notesSlides/notesSlide378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jpg"/><Relationship Id="rId3" Type="http://schemas.openxmlformats.org/officeDocument/2006/relationships/notesSlide" Target="../notesSlides/notesSlide379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jpg"/><Relationship Id="rId3" Type="http://schemas.openxmlformats.org/officeDocument/2006/relationships/notesSlide" Target="../notesSlides/notesSlide380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jpg"/><Relationship Id="rId3" Type="http://schemas.openxmlformats.org/officeDocument/2006/relationships/notesSlide" Target="../notesSlides/notesSlide381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jpg"/><Relationship Id="rId3" Type="http://schemas.openxmlformats.org/officeDocument/2006/relationships/notesSlide" Target="../notesSlides/notesSlide382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jpg"/><Relationship Id="rId3" Type="http://schemas.openxmlformats.org/officeDocument/2006/relationships/notesSlide" Target="../notesSlides/notesSlide383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4.jpg"/><Relationship Id="rId3" Type="http://schemas.openxmlformats.org/officeDocument/2006/relationships/notesSlide" Target="../notesSlides/notesSlide384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jpg"/><Relationship Id="rId3" Type="http://schemas.openxmlformats.org/officeDocument/2006/relationships/notesSlide" Target="../notesSlides/notesSlide385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jpg"/><Relationship Id="rId3" Type="http://schemas.openxmlformats.org/officeDocument/2006/relationships/notesSlide" Target="../notesSlides/notesSlide386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jpg"/><Relationship Id="rId3" Type="http://schemas.openxmlformats.org/officeDocument/2006/relationships/notesSlide" Target="../notesSlides/notesSlide38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8.jpg"/><Relationship Id="rId3" Type="http://schemas.openxmlformats.org/officeDocument/2006/relationships/notesSlide" Target="../notesSlides/notesSlide388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jpg"/><Relationship Id="rId3" Type="http://schemas.openxmlformats.org/officeDocument/2006/relationships/notesSlide" Target="../notesSlides/notesSlide389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jpg"/><Relationship Id="rId3" Type="http://schemas.openxmlformats.org/officeDocument/2006/relationships/notesSlide" Target="../notesSlides/notesSlide390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jpg"/><Relationship Id="rId3" Type="http://schemas.openxmlformats.org/officeDocument/2006/relationships/notesSlide" Target="../notesSlides/notesSlide391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jpg"/><Relationship Id="rId3" Type="http://schemas.openxmlformats.org/officeDocument/2006/relationships/notesSlide" Target="../notesSlides/notesSlide392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jpg"/><Relationship Id="rId3" Type="http://schemas.openxmlformats.org/officeDocument/2006/relationships/notesSlide" Target="../notesSlides/notesSlide393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jpg"/><Relationship Id="rId3" Type="http://schemas.openxmlformats.org/officeDocument/2006/relationships/notesSlide" Target="../notesSlides/notesSlide394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jpg"/><Relationship Id="rId3" Type="http://schemas.openxmlformats.org/officeDocument/2006/relationships/notesSlide" Target="../notesSlides/notesSlide395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jpg"/><Relationship Id="rId3" Type="http://schemas.openxmlformats.org/officeDocument/2006/relationships/notesSlide" Target="../notesSlides/notesSlide396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jpg"/><Relationship Id="rId3" Type="http://schemas.openxmlformats.org/officeDocument/2006/relationships/notesSlide" Target="../notesSlides/notesSlide39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jpg"/><Relationship Id="rId3" Type="http://schemas.openxmlformats.org/officeDocument/2006/relationships/notesSlide" Target="../notesSlides/notesSlide398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jpg"/><Relationship Id="rId3" Type="http://schemas.openxmlformats.org/officeDocument/2006/relationships/notesSlide" Target="../notesSlides/notesSlide399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jpg"/><Relationship Id="rId3" Type="http://schemas.openxmlformats.org/officeDocument/2006/relationships/notesSlide" Target="../notesSlides/notesSlide400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jpg"/><Relationship Id="rId3" Type="http://schemas.openxmlformats.org/officeDocument/2006/relationships/notesSlide" Target="../notesSlides/notesSlide401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2.jpg"/><Relationship Id="rId3" Type="http://schemas.openxmlformats.org/officeDocument/2006/relationships/notesSlide" Target="../notesSlides/notesSlide402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3.jpg"/><Relationship Id="rId3" Type="http://schemas.openxmlformats.org/officeDocument/2006/relationships/notesSlide" Target="../notesSlides/notesSlide403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jpg"/><Relationship Id="rId3" Type="http://schemas.openxmlformats.org/officeDocument/2006/relationships/notesSlide" Target="../notesSlides/notesSlide404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jpg"/><Relationship Id="rId3" Type="http://schemas.openxmlformats.org/officeDocument/2006/relationships/notesSlide" Target="../notesSlides/notesSlide405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jpg"/><Relationship Id="rId3" Type="http://schemas.openxmlformats.org/officeDocument/2006/relationships/notesSlide" Target="../notesSlides/notesSlide406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jpg"/><Relationship Id="rId3" Type="http://schemas.openxmlformats.org/officeDocument/2006/relationships/notesSlide" Target="../notesSlides/notesSlide40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jpg"/><Relationship Id="rId3" Type="http://schemas.openxmlformats.org/officeDocument/2006/relationships/notesSlide" Target="../notesSlides/notesSlide408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jpg"/><Relationship Id="rId3" Type="http://schemas.openxmlformats.org/officeDocument/2006/relationships/notesSlide" Target="../notesSlides/notesSlide409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0.jpg"/><Relationship Id="rId3" Type="http://schemas.openxmlformats.org/officeDocument/2006/relationships/notesSlide" Target="../notesSlides/notesSlide410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jpg"/><Relationship Id="rId3" Type="http://schemas.openxmlformats.org/officeDocument/2006/relationships/notesSlide" Target="../notesSlides/notesSlide411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jpg"/><Relationship Id="rId3" Type="http://schemas.openxmlformats.org/officeDocument/2006/relationships/notesSlide" Target="../notesSlides/notesSlide412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jpg"/><Relationship Id="rId3" Type="http://schemas.openxmlformats.org/officeDocument/2006/relationships/notesSlide" Target="../notesSlides/notesSlide413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jpg"/><Relationship Id="rId3" Type="http://schemas.openxmlformats.org/officeDocument/2006/relationships/notesSlide" Target="../notesSlides/notesSlide414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jpg"/><Relationship Id="rId3" Type="http://schemas.openxmlformats.org/officeDocument/2006/relationships/notesSlide" Target="../notesSlides/notesSlide415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jpg"/><Relationship Id="rId3" Type="http://schemas.openxmlformats.org/officeDocument/2006/relationships/notesSlide" Target="../notesSlides/notesSlide416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7.jpg"/><Relationship Id="rId3" Type="http://schemas.openxmlformats.org/officeDocument/2006/relationships/notesSlide" Target="../notesSlides/notesSlide41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8.jpg"/><Relationship Id="rId3" Type="http://schemas.openxmlformats.org/officeDocument/2006/relationships/notesSlide" Target="../notesSlides/notesSlide418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jpg"/><Relationship Id="rId3" Type="http://schemas.openxmlformats.org/officeDocument/2006/relationships/notesSlide" Target="../notesSlides/notesSlide419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jpg"/><Relationship Id="rId3" Type="http://schemas.openxmlformats.org/officeDocument/2006/relationships/notesSlide" Target="../notesSlides/notesSlide420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1.jpg"/><Relationship Id="rId3" Type="http://schemas.openxmlformats.org/officeDocument/2006/relationships/notesSlide" Target="../notesSlides/notesSlide421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2.jpg"/><Relationship Id="rId3" Type="http://schemas.openxmlformats.org/officeDocument/2006/relationships/notesSlide" Target="../notesSlides/notesSlide422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jpg"/><Relationship Id="rId3" Type="http://schemas.openxmlformats.org/officeDocument/2006/relationships/notesSlide" Target="../notesSlides/notesSlide423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4.jpg"/><Relationship Id="rId3" Type="http://schemas.openxmlformats.org/officeDocument/2006/relationships/notesSlide" Target="../notesSlides/notesSlide424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jpg"/><Relationship Id="rId3" Type="http://schemas.openxmlformats.org/officeDocument/2006/relationships/notesSlide" Target="../notesSlides/notesSlide425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jpg"/><Relationship Id="rId3" Type="http://schemas.openxmlformats.org/officeDocument/2006/relationships/notesSlide" Target="../notesSlides/notesSlide426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7.jpg"/><Relationship Id="rId3" Type="http://schemas.openxmlformats.org/officeDocument/2006/relationships/notesSlide" Target="../notesSlides/notesSlide42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jpg"/><Relationship Id="rId3" Type="http://schemas.openxmlformats.org/officeDocument/2006/relationships/notesSlide" Target="../notesSlides/notesSlide428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jpg"/><Relationship Id="rId3" Type="http://schemas.openxmlformats.org/officeDocument/2006/relationships/notesSlide" Target="../notesSlides/notesSlide429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0.jpg"/><Relationship Id="rId3" Type="http://schemas.openxmlformats.org/officeDocument/2006/relationships/notesSlide" Target="../notesSlides/notesSlide430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1.jpg"/><Relationship Id="rId3" Type="http://schemas.openxmlformats.org/officeDocument/2006/relationships/notesSlide" Target="../notesSlides/notesSlide431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jpg"/><Relationship Id="rId3" Type="http://schemas.openxmlformats.org/officeDocument/2006/relationships/notesSlide" Target="../notesSlides/notesSlide432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jpg"/><Relationship Id="rId3" Type="http://schemas.openxmlformats.org/officeDocument/2006/relationships/notesSlide" Target="../notesSlides/notesSlide433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4.jpg"/><Relationship Id="rId3" Type="http://schemas.openxmlformats.org/officeDocument/2006/relationships/notesSlide" Target="../notesSlides/notesSlide434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jpg"/><Relationship Id="rId3" Type="http://schemas.openxmlformats.org/officeDocument/2006/relationships/notesSlide" Target="../notesSlides/notesSlide435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jpg"/><Relationship Id="rId3" Type="http://schemas.openxmlformats.org/officeDocument/2006/relationships/notesSlide" Target="../notesSlides/notesSlide436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jpg"/><Relationship Id="rId3" Type="http://schemas.openxmlformats.org/officeDocument/2006/relationships/notesSlide" Target="../notesSlides/notesSlide43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8.jpg"/><Relationship Id="rId3" Type="http://schemas.openxmlformats.org/officeDocument/2006/relationships/notesSlide" Target="../notesSlides/notesSlide438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jpg"/><Relationship Id="rId3" Type="http://schemas.openxmlformats.org/officeDocument/2006/relationships/notesSlide" Target="../notesSlides/notesSlide439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jpg"/><Relationship Id="rId3" Type="http://schemas.openxmlformats.org/officeDocument/2006/relationships/notesSlide" Target="../notesSlides/notesSlide440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1.jpg"/><Relationship Id="rId3" Type="http://schemas.openxmlformats.org/officeDocument/2006/relationships/notesSlide" Target="../notesSlides/notesSlide441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jpg"/><Relationship Id="rId3" Type="http://schemas.openxmlformats.org/officeDocument/2006/relationships/notesSlide" Target="../notesSlides/notesSlide442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3.jpg"/><Relationship Id="rId3" Type="http://schemas.openxmlformats.org/officeDocument/2006/relationships/notesSlide" Target="../notesSlides/notesSlide443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jpg"/><Relationship Id="rId3" Type="http://schemas.openxmlformats.org/officeDocument/2006/relationships/notesSlide" Target="../notesSlides/notesSlide444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jpg"/><Relationship Id="rId3" Type="http://schemas.openxmlformats.org/officeDocument/2006/relationships/notesSlide" Target="../notesSlides/notesSlide445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6.jpg"/><Relationship Id="rId3" Type="http://schemas.openxmlformats.org/officeDocument/2006/relationships/notesSlide" Target="../notesSlides/notesSlide446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jpg"/><Relationship Id="rId3" Type="http://schemas.openxmlformats.org/officeDocument/2006/relationships/notesSlide" Target="../notesSlides/notesSlide44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jpg"/><Relationship Id="rId3" Type="http://schemas.openxmlformats.org/officeDocument/2006/relationships/notesSlide" Target="../notesSlides/notesSlide448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9.jpg"/><Relationship Id="rId3" Type="http://schemas.openxmlformats.org/officeDocument/2006/relationships/notesSlide" Target="../notesSlides/notesSlide449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jpg"/><Relationship Id="rId3" Type="http://schemas.openxmlformats.org/officeDocument/2006/relationships/notesSlide" Target="../notesSlides/notesSlide450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1.jpg"/><Relationship Id="rId3" Type="http://schemas.openxmlformats.org/officeDocument/2006/relationships/notesSlide" Target="../notesSlides/notesSlide451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jpg"/><Relationship Id="rId3" Type="http://schemas.openxmlformats.org/officeDocument/2006/relationships/notesSlide" Target="../notesSlides/notesSlide452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3.jpg"/><Relationship Id="rId3" Type="http://schemas.openxmlformats.org/officeDocument/2006/relationships/notesSlide" Target="../notesSlides/notesSlide453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4.jpg"/><Relationship Id="rId3" Type="http://schemas.openxmlformats.org/officeDocument/2006/relationships/notesSlide" Target="../notesSlides/notesSlide454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5.jpg"/><Relationship Id="rId3" Type="http://schemas.openxmlformats.org/officeDocument/2006/relationships/notesSlide" Target="../notesSlides/notesSlide455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jpg"/><Relationship Id="rId3" Type="http://schemas.openxmlformats.org/officeDocument/2006/relationships/notesSlide" Target="../notesSlides/notesSlide456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jpg"/><Relationship Id="rId3" Type="http://schemas.openxmlformats.org/officeDocument/2006/relationships/notesSlide" Target="../notesSlides/notesSlide45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8.jpg"/><Relationship Id="rId3" Type="http://schemas.openxmlformats.org/officeDocument/2006/relationships/notesSlide" Target="../notesSlides/notesSlide458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9.jpg"/><Relationship Id="rId3" Type="http://schemas.openxmlformats.org/officeDocument/2006/relationships/notesSlide" Target="../notesSlides/notesSlide459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jpg"/><Relationship Id="rId3" Type="http://schemas.openxmlformats.org/officeDocument/2006/relationships/notesSlide" Target="../notesSlides/notesSlide460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1.jpg"/><Relationship Id="rId3" Type="http://schemas.openxmlformats.org/officeDocument/2006/relationships/notesSlide" Target="../notesSlides/notesSlide461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jpg"/><Relationship Id="rId3" Type="http://schemas.openxmlformats.org/officeDocument/2006/relationships/notesSlide" Target="../notesSlides/notesSlide462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jpg"/><Relationship Id="rId3" Type="http://schemas.openxmlformats.org/officeDocument/2006/relationships/notesSlide" Target="../notesSlides/notesSlide463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4.jpg"/><Relationship Id="rId3" Type="http://schemas.openxmlformats.org/officeDocument/2006/relationships/notesSlide" Target="../notesSlides/notesSlide464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5.jpg"/><Relationship Id="rId3" Type="http://schemas.openxmlformats.org/officeDocument/2006/relationships/notesSlide" Target="../notesSlides/notesSlide465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jpg"/><Relationship Id="rId3" Type="http://schemas.openxmlformats.org/officeDocument/2006/relationships/notesSlide" Target="../notesSlides/notesSlide466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7.jpg"/><Relationship Id="rId3" Type="http://schemas.openxmlformats.org/officeDocument/2006/relationships/notesSlide" Target="../notesSlides/notesSlide46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8.jpg"/><Relationship Id="rId3" Type="http://schemas.openxmlformats.org/officeDocument/2006/relationships/notesSlide" Target="../notesSlides/notesSlide468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9.jpg"/><Relationship Id="rId3" Type="http://schemas.openxmlformats.org/officeDocument/2006/relationships/notesSlide" Target="../notesSlides/notesSlide469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0.jpg"/><Relationship Id="rId3" Type="http://schemas.openxmlformats.org/officeDocument/2006/relationships/notesSlide" Target="../notesSlides/notesSlide470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1.jpg"/><Relationship Id="rId3" Type="http://schemas.openxmlformats.org/officeDocument/2006/relationships/notesSlide" Target="../notesSlides/notesSlide471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jpg"/><Relationship Id="rId3" Type="http://schemas.openxmlformats.org/officeDocument/2006/relationships/notesSlide" Target="../notesSlides/notesSlide472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jpg"/><Relationship Id="rId3" Type="http://schemas.openxmlformats.org/officeDocument/2006/relationships/notesSlide" Target="../notesSlides/notesSlide473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jpg"/><Relationship Id="rId3" Type="http://schemas.openxmlformats.org/officeDocument/2006/relationships/notesSlide" Target="../notesSlides/notesSlide474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jpg"/><Relationship Id="rId3" Type="http://schemas.openxmlformats.org/officeDocument/2006/relationships/notesSlide" Target="../notesSlides/notesSlide475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6.jpg"/><Relationship Id="rId3" Type="http://schemas.openxmlformats.org/officeDocument/2006/relationships/notesSlide" Target="../notesSlides/notesSlide476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jpg"/><Relationship Id="rId3" Type="http://schemas.openxmlformats.org/officeDocument/2006/relationships/notesSlide" Target="../notesSlides/notesSlide47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8.jpg"/><Relationship Id="rId3" Type="http://schemas.openxmlformats.org/officeDocument/2006/relationships/notesSlide" Target="../notesSlides/notesSlide478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9.jpg"/><Relationship Id="rId3" Type="http://schemas.openxmlformats.org/officeDocument/2006/relationships/notesSlide" Target="../notesSlides/notesSlide479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0.jpg"/><Relationship Id="rId3" Type="http://schemas.openxmlformats.org/officeDocument/2006/relationships/notesSlide" Target="../notesSlides/notesSlide480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1.jpg"/><Relationship Id="rId3" Type="http://schemas.openxmlformats.org/officeDocument/2006/relationships/notesSlide" Target="../notesSlides/notesSlide481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2.jpg"/><Relationship Id="rId3" Type="http://schemas.openxmlformats.org/officeDocument/2006/relationships/notesSlide" Target="../notesSlides/notesSlide482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3.jpg"/><Relationship Id="rId3" Type="http://schemas.openxmlformats.org/officeDocument/2006/relationships/notesSlide" Target="../notesSlides/notesSlide483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4.jpg"/><Relationship Id="rId3" Type="http://schemas.openxmlformats.org/officeDocument/2006/relationships/notesSlide" Target="../notesSlides/notesSlide484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jpg"/><Relationship Id="rId3" Type="http://schemas.openxmlformats.org/officeDocument/2006/relationships/notesSlide" Target="../notesSlides/notesSlide485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6.jpg"/><Relationship Id="rId3" Type="http://schemas.openxmlformats.org/officeDocument/2006/relationships/notesSlide" Target="../notesSlides/notesSlide486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7.jpg"/><Relationship Id="rId3" Type="http://schemas.openxmlformats.org/officeDocument/2006/relationships/notesSlide" Target="../notesSlides/notesSlide48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jpg"/><Relationship Id="rId3" Type="http://schemas.openxmlformats.org/officeDocument/2006/relationships/notesSlide" Target="../notesSlides/notesSlide488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9.jpg"/><Relationship Id="rId3" Type="http://schemas.openxmlformats.org/officeDocument/2006/relationships/notesSlide" Target="../notesSlides/notesSlide489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0.jpg"/><Relationship Id="rId3" Type="http://schemas.openxmlformats.org/officeDocument/2006/relationships/notesSlide" Target="../notesSlides/notesSlide490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1.jpg"/><Relationship Id="rId3" Type="http://schemas.openxmlformats.org/officeDocument/2006/relationships/notesSlide" Target="../notesSlides/notesSlide491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jpg"/><Relationship Id="rId3" Type="http://schemas.openxmlformats.org/officeDocument/2006/relationships/notesSlide" Target="../notesSlides/notesSlide492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3.jpg"/><Relationship Id="rId3" Type="http://schemas.openxmlformats.org/officeDocument/2006/relationships/notesSlide" Target="../notesSlides/notesSlide493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4.jpg"/><Relationship Id="rId3" Type="http://schemas.openxmlformats.org/officeDocument/2006/relationships/notesSlide" Target="../notesSlides/notesSlide494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5.jpg"/><Relationship Id="rId3" Type="http://schemas.openxmlformats.org/officeDocument/2006/relationships/notesSlide" Target="../notesSlides/notesSlide495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jpg"/><Relationship Id="rId3" Type="http://schemas.openxmlformats.org/officeDocument/2006/relationships/notesSlide" Target="../notesSlides/notesSlide496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7.jpg"/><Relationship Id="rId3" Type="http://schemas.openxmlformats.org/officeDocument/2006/relationships/notesSlide" Target="../notesSlides/notesSlide49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8.jpg"/><Relationship Id="rId3" Type="http://schemas.openxmlformats.org/officeDocument/2006/relationships/notesSlide" Target="../notesSlides/notesSlide498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9.jpg"/><Relationship Id="rId3" Type="http://schemas.openxmlformats.org/officeDocument/2006/relationships/notesSlide" Target="../notesSlides/notesSlide499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0.jpg"/><Relationship Id="rId3" Type="http://schemas.openxmlformats.org/officeDocument/2006/relationships/notesSlide" Target="../notesSlides/notesSlide500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1.jpg"/><Relationship Id="rId3" Type="http://schemas.openxmlformats.org/officeDocument/2006/relationships/notesSlide" Target="../notesSlides/notesSlide501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2.jpg"/><Relationship Id="rId3" Type="http://schemas.openxmlformats.org/officeDocument/2006/relationships/notesSlide" Target="../notesSlides/notesSlide502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3.jpg"/><Relationship Id="rId3" Type="http://schemas.openxmlformats.org/officeDocument/2006/relationships/notesSlide" Target="../notesSlides/notesSlide503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4.jpg"/><Relationship Id="rId3" Type="http://schemas.openxmlformats.org/officeDocument/2006/relationships/notesSlide" Target="../notesSlides/notesSlide504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5.jpg"/><Relationship Id="rId3" Type="http://schemas.openxmlformats.org/officeDocument/2006/relationships/notesSlide" Target="../notesSlides/notesSlide505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6.jpg"/><Relationship Id="rId3" Type="http://schemas.openxmlformats.org/officeDocument/2006/relationships/notesSlide" Target="../notesSlides/notesSlide506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7.jpg"/><Relationship Id="rId3" Type="http://schemas.openxmlformats.org/officeDocument/2006/relationships/notesSlide" Target="../notesSlides/notesSlide50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8.jpg"/><Relationship Id="rId3" Type="http://schemas.openxmlformats.org/officeDocument/2006/relationships/notesSlide" Target="../notesSlides/notesSlide508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9.jpg"/><Relationship Id="rId3" Type="http://schemas.openxmlformats.org/officeDocument/2006/relationships/notesSlide" Target="../notesSlides/notesSlide509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0.jpg"/><Relationship Id="rId3" Type="http://schemas.openxmlformats.org/officeDocument/2006/relationships/notesSlide" Target="../notesSlides/notesSlide510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1.jpg"/><Relationship Id="rId3" Type="http://schemas.openxmlformats.org/officeDocument/2006/relationships/notesSlide" Target="../notesSlides/notesSlide511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2.jpg"/><Relationship Id="rId3" Type="http://schemas.openxmlformats.org/officeDocument/2006/relationships/notesSlide" Target="../notesSlides/notesSlide512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3.jpg"/><Relationship Id="rId3" Type="http://schemas.openxmlformats.org/officeDocument/2006/relationships/notesSlide" Target="../notesSlides/notesSlide513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4.jpg"/><Relationship Id="rId3" Type="http://schemas.openxmlformats.org/officeDocument/2006/relationships/notesSlide" Target="../notesSlides/notesSlide514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5.jpg"/><Relationship Id="rId3" Type="http://schemas.openxmlformats.org/officeDocument/2006/relationships/notesSlide" Target="../notesSlides/notesSlide515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6.jpg"/><Relationship Id="rId3" Type="http://schemas.openxmlformats.org/officeDocument/2006/relationships/notesSlide" Target="../notesSlides/notesSlide516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7.jpg"/><Relationship Id="rId3" Type="http://schemas.openxmlformats.org/officeDocument/2006/relationships/notesSlide" Target="../notesSlides/notesSlide51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8.jpg"/><Relationship Id="rId3" Type="http://schemas.openxmlformats.org/officeDocument/2006/relationships/notesSlide" Target="../notesSlides/notesSlide518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9.jpg"/><Relationship Id="rId3" Type="http://schemas.openxmlformats.org/officeDocument/2006/relationships/notesSlide" Target="../notesSlides/notesSlide519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0.jpg"/><Relationship Id="rId3" Type="http://schemas.openxmlformats.org/officeDocument/2006/relationships/notesSlide" Target="../notesSlides/notesSlide520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1.jpg"/><Relationship Id="rId3" Type="http://schemas.openxmlformats.org/officeDocument/2006/relationships/notesSlide" Target="../notesSlides/notesSlide521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2.jpg"/><Relationship Id="rId3" Type="http://schemas.openxmlformats.org/officeDocument/2006/relationships/notesSlide" Target="../notesSlides/notesSlide522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3.jpg"/><Relationship Id="rId3" Type="http://schemas.openxmlformats.org/officeDocument/2006/relationships/notesSlide" Target="../notesSlides/notesSlide523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4.jpg"/><Relationship Id="rId3" Type="http://schemas.openxmlformats.org/officeDocument/2006/relationships/notesSlide" Target="../notesSlides/notesSlide524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5.jpg"/><Relationship Id="rId3" Type="http://schemas.openxmlformats.org/officeDocument/2006/relationships/notesSlide" Target="../notesSlides/notesSlide525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6.jpg"/><Relationship Id="rId3" Type="http://schemas.openxmlformats.org/officeDocument/2006/relationships/notesSlide" Target="../notesSlides/notesSlide526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7.jpg"/><Relationship Id="rId3" Type="http://schemas.openxmlformats.org/officeDocument/2006/relationships/notesSlide" Target="../notesSlides/notesSlide52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8.jpg"/><Relationship Id="rId3" Type="http://schemas.openxmlformats.org/officeDocument/2006/relationships/notesSlide" Target="../notesSlides/notesSlide528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9.jpg"/><Relationship Id="rId3" Type="http://schemas.openxmlformats.org/officeDocument/2006/relationships/notesSlide" Target="../notesSlides/notesSlide529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0.jpg"/><Relationship Id="rId3" Type="http://schemas.openxmlformats.org/officeDocument/2006/relationships/notesSlide" Target="../notesSlides/notesSlide530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1.jpg"/><Relationship Id="rId3" Type="http://schemas.openxmlformats.org/officeDocument/2006/relationships/notesSlide" Target="../notesSlides/notesSlide531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2.jpg"/><Relationship Id="rId3" Type="http://schemas.openxmlformats.org/officeDocument/2006/relationships/notesSlide" Target="../notesSlides/notesSlide532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3.jpg"/><Relationship Id="rId3" Type="http://schemas.openxmlformats.org/officeDocument/2006/relationships/notesSlide" Target="../notesSlides/notesSlide533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4.jpg"/><Relationship Id="rId3" Type="http://schemas.openxmlformats.org/officeDocument/2006/relationships/notesSlide" Target="../notesSlides/notesSlide534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5.jpg"/><Relationship Id="rId3" Type="http://schemas.openxmlformats.org/officeDocument/2006/relationships/notesSlide" Target="../notesSlides/notesSlide535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jpg"/><Relationship Id="rId3" Type="http://schemas.openxmlformats.org/officeDocument/2006/relationships/notesSlide" Target="../notesSlides/notesSlide536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7.jpg"/><Relationship Id="rId3" Type="http://schemas.openxmlformats.org/officeDocument/2006/relationships/notesSlide" Target="../notesSlides/notesSlide53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8.jpg"/><Relationship Id="rId3" Type="http://schemas.openxmlformats.org/officeDocument/2006/relationships/notesSlide" Target="../notesSlides/notesSlide538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9.jpg"/><Relationship Id="rId3" Type="http://schemas.openxmlformats.org/officeDocument/2006/relationships/notesSlide" Target="../notesSlides/notesSlide539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0.jpg"/><Relationship Id="rId3" Type="http://schemas.openxmlformats.org/officeDocument/2006/relationships/notesSlide" Target="../notesSlides/notesSlide540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1.jpg"/><Relationship Id="rId3" Type="http://schemas.openxmlformats.org/officeDocument/2006/relationships/notesSlide" Target="../notesSlides/notesSlide541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2.jpg"/><Relationship Id="rId3" Type="http://schemas.openxmlformats.org/officeDocument/2006/relationships/notesSlide" Target="../notesSlides/notesSlide542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3.jpg"/><Relationship Id="rId3" Type="http://schemas.openxmlformats.org/officeDocument/2006/relationships/notesSlide" Target="../notesSlides/notesSlide543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4.jpg"/><Relationship Id="rId3" Type="http://schemas.openxmlformats.org/officeDocument/2006/relationships/notesSlide" Target="../notesSlides/notesSlide544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jpg"/><Relationship Id="rId3" Type="http://schemas.openxmlformats.org/officeDocument/2006/relationships/notesSlide" Target="../notesSlides/notesSlide545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6.jpg"/><Relationship Id="rId3" Type="http://schemas.openxmlformats.org/officeDocument/2006/relationships/notesSlide" Target="../notesSlides/notesSlide546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7.jpg"/><Relationship Id="rId3" Type="http://schemas.openxmlformats.org/officeDocument/2006/relationships/notesSlide" Target="../notesSlides/notesSlide54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8.jpg"/><Relationship Id="rId3" Type="http://schemas.openxmlformats.org/officeDocument/2006/relationships/notesSlide" Target="../notesSlides/notesSlide548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9.jpg"/><Relationship Id="rId3" Type="http://schemas.openxmlformats.org/officeDocument/2006/relationships/notesSlide" Target="../notesSlides/notesSlide549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0.jpg"/><Relationship Id="rId3" Type="http://schemas.openxmlformats.org/officeDocument/2006/relationships/notesSlide" Target="../notesSlides/notesSlide550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1.jpg"/><Relationship Id="rId3" Type="http://schemas.openxmlformats.org/officeDocument/2006/relationships/notesSlide" Target="../notesSlides/notesSlide551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2.jpg"/><Relationship Id="rId3" Type="http://schemas.openxmlformats.org/officeDocument/2006/relationships/notesSlide" Target="../notesSlides/notesSlide552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jpg"/><Relationship Id="rId3" Type="http://schemas.openxmlformats.org/officeDocument/2006/relationships/notesSlide" Target="../notesSlides/notesSlide553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4.jpg"/><Relationship Id="rId3" Type="http://schemas.openxmlformats.org/officeDocument/2006/relationships/notesSlide" Target="../notesSlides/notesSlide554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5.jpg"/><Relationship Id="rId3" Type="http://schemas.openxmlformats.org/officeDocument/2006/relationships/notesSlide" Target="../notesSlides/notesSlide555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6.jpg"/><Relationship Id="rId3" Type="http://schemas.openxmlformats.org/officeDocument/2006/relationships/notesSlide" Target="../notesSlides/notesSlide556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7.jpg"/><Relationship Id="rId3" Type="http://schemas.openxmlformats.org/officeDocument/2006/relationships/notesSlide" Target="../notesSlides/notesSlide55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8.jpg"/><Relationship Id="rId3" Type="http://schemas.openxmlformats.org/officeDocument/2006/relationships/notesSlide" Target="../notesSlides/notesSlide558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9.jpg"/><Relationship Id="rId3" Type="http://schemas.openxmlformats.org/officeDocument/2006/relationships/notesSlide" Target="../notesSlides/notesSlide559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0.jpg"/><Relationship Id="rId3" Type="http://schemas.openxmlformats.org/officeDocument/2006/relationships/notesSlide" Target="../notesSlides/notesSlide560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1.jpg"/><Relationship Id="rId3" Type="http://schemas.openxmlformats.org/officeDocument/2006/relationships/notesSlide" Target="../notesSlides/notesSlide561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2.jpg"/><Relationship Id="rId3" Type="http://schemas.openxmlformats.org/officeDocument/2006/relationships/notesSlide" Target="../notesSlides/notesSlide562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3.jpg"/><Relationship Id="rId3" Type="http://schemas.openxmlformats.org/officeDocument/2006/relationships/notesSlide" Target="../notesSlides/notesSlide563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4.jpg"/><Relationship Id="rId3" Type="http://schemas.openxmlformats.org/officeDocument/2006/relationships/notesSlide" Target="../notesSlides/notesSlide564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5.jpg"/><Relationship Id="rId3" Type="http://schemas.openxmlformats.org/officeDocument/2006/relationships/notesSlide" Target="../notesSlides/notesSlide565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6.jpg"/><Relationship Id="rId3" Type="http://schemas.openxmlformats.org/officeDocument/2006/relationships/notesSlide" Target="../notesSlides/notesSlide566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7.jpg"/><Relationship Id="rId3" Type="http://schemas.openxmlformats.org/officeDocument/2006/relationships/notesSlide" Target="../notesSlides/notesSlide56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8.jpg"/><Relationship Id="rId3" Type="http://schemas.openxmlformats.org/officeDocument/2006/relationships/notesSlide" Target="../notesSlides/notesSlide568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9.jpg"/><Relationship Id="rId3" Type="http://schemas.openxmlformats.org/officeDocument/2006/relationships/notesSlide" Target="../notesSlides/notesSlide569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0.jpg"/><Relationship Id="rId3" Type="http://schemas.openxmlformats.org/officeDocument/2006/relationships/notesSlide" Target="../notesSlides/notesSlide570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1.jpg"/><Relationship Id="rId3" Type="http://schemas.openxmlformats.org/officeDocument/2006/relationships/notesSlide" Target="../notesSlides/notesSlide571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2.jpg"/><Relationship Id="rId3" Type="http://schemas.openxmlformats.org/officeDocument/2006/relationships/notesSlide" Target="../notesSlides/notesSlide572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3.jpg"/><Relationship Id="rId3" Type="http://schemas.openxmlformats.org/officeDocument/2006/relationships/notesSlide" Target="../notesSlides/notesSlide573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4.jpg"/><Relationship Id="rId3" Type="http://schemas.openxmlformats.org/officeDocument/2006/relationships/notesSlide" Target="../notesSlides/notesSlide574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5.jpg"/><Relationship Id="rId3" Type="http://schemas.openxmlformats.org/officeDocument/2006/relationships/notesSlide" Target="../notesSlides/notesSlide575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6.jpg"/><Relationship Id="rId3" Type="http://schemas.openxmlformats.org/officeDocument/2006/relationships/notesSlide" Target="../notesSlides/notesSlide576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7.jpg"/><Relationship Id="rId3" Type="http://schemas.openxmlformats.org/officeDocument/2006/relationships/notesSlide" Target="../notesSlides/notesSlide57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8.jpg"/><Relationship Id="rId3" Type="http://schemas.openxmlformats.org/officeDocument/2006/relationships/notesSlide" Target="../notesSlides/notesSlide578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9.jpg"/><Relationship Id="rId3" Type="http://schemas.openxmlformats.org/officeDocument/2006/relationships/notesSlide" Target="../notesSlides/notesSlide579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0.jpg"/><Relationship Id="rId3" Type="http://schemas.openxmlformats.org/officeDocument/2006/relationships/notesSlide" Target="../notesSlides/notesSlide580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1.jpg"/><Relationship Id="rId3" Type="http://schemas.openxmlformats.org/officeDocument/2006/relationships/notesSlide" Target="../notesSlides/notesSlide581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2.jpg"/><Relationship Id="rId3" Type="http://schemas.openxmlformats.org/officeDocument/2006/relationships/notesSlide" Target="../notesSlides/notesSlide582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3.jpg"/><Relationship Id="rId3" Type="http://schemas.openxmlformats.org/officeDocument/2006/relationships/notesSlide" Target="../notesSlides/notesSlide583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4.jpg"/><Relationship Id="rId3" Type="http://schemas.openxmlformats.org/officeDocument/2006/relationships/notesSlide" Target="../notesSlides/notesSlide584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5.jpg"/><Relationship Id="rId3" Type="http://schemas.openxmlformats.org/officeDocument/2006/relationships/notesSlide" Target="../notesSlides/notesSlide585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6.jpg"/><Relationship Id="rId3" Type="http://schemas.openxmlformats.org/officeDocument/2006/relationships/notesSlide" Target="../notesSlides/notesSlide586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7.jpg"/><Relationship Id="rId3" Type="http://schemas.openxmlformats.org/officeDocument/2006/relationships/notesSlide" Target="../notesSlides/notesSlide58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8.jpg"/><Relationship Id="rId3" Type="http://schemas.openxmlformats.org/officeDocument/2006/relationships/notesSlide" Target="../notesSlides/notesSlide588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9.jpg"/><Relationship Id="rId3" Type="http://schemas.openxmlformats.org/officeDocument/2006/relationships/notesSlide" Target="../notesSlides/notesSlide589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0.jpg"/><Relationship Id="rId3" Type="http://schemas.openxmlformats.org/officeDocument/2006/relationships/notesSlide" Target="../notesSlides/notesSlide590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1.jpg"/><Relationship Id="rId3" Type="http://schemas.openxmlformats.org/officeDocument/2006/relationships/notesSlide" Target="../notesSlides/notesSlide591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2.jpg"/><Relationship Id="rId3" Type="http://schemas.openxmlformats.org/officeDocument/2006/relationships/notesSlide" Target="../notesSlides/notesSlide592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3.jpg"/><Relationship Id="rId3" Type="http://schemas.openxmlformats.org/officeDocument/2006/relationships/notesSlide" Target="../notesSlides/notesSlide593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4.jpg"/><Relationship Id="rId3" Type="http://schemas.openxmlformats.org/officeDocument/2006/relationships/notesSlide" Target="../notesSlides/notesSlide594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5.jpg"/><Relationship Id="rId3" Type="http://schemas.openxmlformats.org/officeDocument/2006/relationships/notesSlide" Target="../notesSlides/notesSlide595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6.jpg"/><Relationship Id="rId3" Type="http://schemas.openxmlformats.org/officeDocument/2006/relationships/notesSlide" Target="../notesSlides/notesSlide596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7.jpg"/><Relationship Id="rId3" Type="http://schemas.openxmlformats.org/officeDocument/2006/relationships/notesSlide" Target="../notesSlides/notesSlide59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8.jpg"/><Relationship Id="rId3" Type="http://schemas.openxmlformats.org/officeDocument/2006/relationships/notesSlide" Target="../notesSlides/notesSlide598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9.jpg"/><Relationship Id="rId3" Type="http://schemas.openxmlformats.org/officeDocument/2006/relationships/notesSlide" Target="../notesSlides/notesSlide599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0.jpg"/><Relationship Id="rId3" Type="http://schemas.openxmlformats.org/officeDocument/2006/relationships/notesSlide" Target="../notesSlides/notesSlide600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1.jpg"/><Relationship Id="rId3" Type="http://schemas.openxmlformats.org/officeDocument/2006/relationships/notesSlide" Target="../notesSlides/notesSlide601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2.jpg"/><Relationship Id="rId3" Type="http://schemas.openxmlformats.org/officeDocument/2006/relationships/notesSlide" Target="../notesSlides/notesSlide602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3.jpg"/><Relationship Id="rId3" Type="http://schemas.openxmlformats.org/officeDocument/2006/relationships/notesSlide" Target="../notesSlides/notesSlide603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4.jpg"/><Relationship Id="rId3" Type="http://schemas.openxmlformats.org/officeDocument/2006/relationships/notesSlide" Target="../notesSlides/notesSlide604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5.jpg"/><Relationship Id="rId3" Type="http://schemas.openxmlformats.org/officeDocument/2006/relationships/notesSlide" Target="../notesSlides/notesSlide605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6.jpg"/><Relationship Id="rId3" Type="http://schemas.openxmlformats.org/officeDocument/2006/relationships/notesSlide" Target="../notesSlides/notesSlide606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7.jpg"/><Relationship Id="rId3" Type="http://schemas.openxmlformats.org/officeDocument/2006/relationships/notesSlide" Target="../notesSlides/notesSlide60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8.jpg"/><Relationship Id="rId3" Type="http://schemas.openxmlformats.org/officeDocument/2006/relationships/notesSlide" Target="../notesSlides/notesSlide608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9.jpg"/><Relationship Id="rId3" Type="http://schemas.openxmlformats.org/officeDocument/2006/relationships/notesSlide" Target="../notesSlides/notesSlide609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0.jpg"/><Relationship Id="rId3" Type="http://schemas.openxmlformats.org/officeDocument/2006/relationships/notesSlide" Target="../notesSlides/notesSlide610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1.jpg"/><Relationship Id="rId3" Type="http://schemas.openxmlformats.org/officeDocument/2006/relationships/notesSlide" Target="../notesSlides/notesSlide611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2.jpg"/><Relationship Id="rId3" Type="http://schemas.openxmlformats.org/officeDocument/2006/relationships/notesSlide" Target="../notesSlides/notesSlide612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3.jpg"/><Relationship Id="rId3" Type="http://schemas.openxmlformats.org/officeDocument/2006/relationships/notesSlide" Target="../notesSlides/notesSlide613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4.jpg"/><Relationship Id="rId3" Type="http://schemas.openxmlformats.org/officeDocument/2006/relationships/notesSlide" Target="../notesSlides/notesSlide614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Python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0A33A"/>
                </a:solidFill>
                <a:latin typeface="Calibri"/>
              </a:rPr>
              <a:t>Complete course slides, arranged by the course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1E0"/>
                </a:solidFill>
                <a:latin typeface="Calibri"/>
              </a:rPr>
              <a:t>Training programme for CAPF and IB officials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1E0"/>
                </a:solidFill>
                <a:latin typeface="Calibri"/>
              </a:rPr>
              <a:t>Indian Institute of Space Science and Technology, Thiruvananthapuram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1E0"/>
                </a:solidFill>
                <a:latin typeface="Calibri"/>
              </a:rPr>
              <a:t>Department of Avionics · 28 September to 10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1: Inauguration, Introduction to Computing and Python Setup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2: Python Fundamentals I; Input, Output and Basic Programming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3: Python Fundamentals II; Loops and Repetition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4: Data Structures in Python; Functions and Modular Programming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5: Project Discussion and Doubt Clarification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6: Python Environment and Libraries; File and Folder Management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7: Introduction to Data Processing (NumPy); Pandas and Tabular Data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8: Data Cleaning and Filtering; Data Analysis with Pandas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9: Data Visualization and Multimodal Data; Working with Images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Day 10: Doubt Clearing, Project Guidance and Student Project Presentations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Supplementary material (see the notebook and the repository)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1: Inauguration, Introduction to Computing and Python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Monday 28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Mukhilan Lenin, Shazma M 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Inauguration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Introduction to Computing and Python Setup; hands-on installing and verifying the Python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Inauguration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 slides or notebooks were used in this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Introduction to Computing and Python Setup; hands-on installing and verifying the Python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Anaconda, Conda and Jupyter project environment setup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76" y="0"/>
            <a:ext cx="485474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2: Python Fundamentals I; Input, Output and Basic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Tuesday 29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Dhevamathi C, Diya P M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Python Fundamentals I (variables, constants, data types, operators)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Input, Output and Basic Programming (print, input, type conversion, expressions)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Hands-on: calculator, unit converter, personal information system, basic numerical programs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Python Fundamentals I (variables, constants, data types,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Day 2, Session 1 slides (Diya P 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Input, Output and Basic Programming (print, input, type conversion, expressions)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Day 2, Session 2 slides (Dhevamathi C)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Hands-on: calculator, unit converter, personal information system, basic numerical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Day 2 practice questions (Dhevamathi C and Diya P M)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3: Python Fundamentals II; Loops and 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Wednesday 30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Arish M, Jintu Johnson, Shreya Som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Python Fundamentals II (conditionals, Boolean logic) and Loops and Repetition; hands-on lab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Python Fundamentals II (conditionals, Boolean logic) and Loops and Repetition; 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Class notebook: Python Fundamentals II (latest version) (see the same section in the combined notebook)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4: Data Structures in Python; Functions and Modular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Thursday 1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Prateek Rathore, Ramzan Basheer, Lt. Col. Neeraj Sharma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Data Structures in Python (lists, tuples, dictionaries, sets)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Functions and Modular Programming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Hands-on: function-based mini applications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Additional session: Python Classes, Objects, Functions and Methods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Structures in Python (lists, tuples, dictionaries, 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Data Structures in Python slides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Functions and Modular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Functions and Modular Programming slides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Hands-on: function-based mini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Lab: Functions in Practice (student version) (see the same section in the combined notebook)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Lab: Functions in Practice (instructor solutions) (see the same section in the combined notebook)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Additional session: Python Classes, Objects, Functions and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Python Classes slides (Ramzan Basheer, 1 October 2026)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5: Project Discussion and Doubt Clarification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Friday 2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All faculty, MTech students and PhD scholars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Project discussion and doubt clarification (no new slides or notebooks)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Project discussion and doubt clarification (no new slides or notebooks)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 slides or notebooks were used in this session.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6: Python Environment and Libraries; File and Folder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Monday 5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Dr. Sourav Bhowmick, Devesvar Naidu, Manish Kumar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Python Environment and Libraries; File and Folder Management using Python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Python Environment and Libraries; File and Folder Management using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Python Environments, Libraries and Files theory slides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7: Introduction to Data Processing (NumPy); Pandas and Tabular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Tuesday 6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Dr. Vineeth B S, Manish Kumar, Suganya M 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Introduction to Data Processing with Python: NumPy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Pandas and Tabular Data (Series, DataFrames, reading CSV/Excel, inspecting datasets)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Introduction to Data Processing with Python: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NumPy lecture slides (6 October 2026)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Pandas and Tabular Data (Series, DataFrames, reading CSV/Excel, inspecting datasets)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Data Processing with Python slides, first part (slides 1-21)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8: Data Cleaning and Filtering; Data Analysis with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Wednesday 7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Dr. Sheeba Rani, Biji Joy, Nissu George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Data Cleaning and Filtering (missing data, duplicates, data types, filtering)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Data Analysis with Pandas (grouping, aggregation, merging, new columns)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Hands-on: clean and analyse a deliberately messy dataset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Cleaning and Filtering (missing data, duplicates, data types, 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Data Processing with Python slides, cleaning and filtering (slides 22-58)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Analysis with Pandas (grouping, aggregation, merging, new columns)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Data Processing with Python slides, analysis (slides 59-77)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Hands-on: clean and analyse a deliberately messy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Demo notebook (see the same section in the combined notebook)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Hands-on exercises (see the same section in the combined notebook)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Exercise solutions (see the same section in the combined notebook)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9: Data Visualization and Multimodal Data; Working with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Thursday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Dr. Deepak Mishra, Krishnendhu, Zoya Fatima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Data Visualization and Multimodal Data (Matplotlib, Seaborn, graphical interpretation)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Working with Images and Multiple Data Types (Pillow, image properties)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Hands-on: analytical plots, image processing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Visualization and Multimodal Data (Matplotlib, Seaborn, graphical interpretation)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Data Visualization and Multimodal Data slides (dated 7 October 2026)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Matplotlib tutorial with FIFA and gas-price data (see the same section in the combined notebook)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Matplotlib tutorial: learn Matplotlib in 30 minutes (see the same section in the combined notebook)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Working with Images and Multiple Data Types (Pillow, image properties)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Images and Multiple Data Types theory slides (Mr. Jayakumar T V)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Slides: Images lab slides (Mr. Jayakumar T V)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Hands-on: analytical plots, image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Hands-on session: data visualization (student version) (see the same section in the combined notebook)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Notebook: Pillow lab exercise (see the same section in the combined notebook)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10: Doubt Clearing, Project Guidance and Student Project 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0A33A"/>
                </a:solidFill>
                <a:latin typeface="Calibri"/>
              </a:rPr>
              <a:t>Friday 9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Instructors: All faculty and MTech student instructors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• Student project presentations (no slides or notebooks)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1463040"/>
          </a:xfrm>
          <a:prstGeom prst="rect">
            <a:avLst/>
          </a:prstGeom>
          <a:solidFill>
            <a:srgbClr val="E0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229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Student project presentations (no slides or notebooks)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1E0"/>
                </a:solidFill>
                <a:latin typeface="Calibri"/>
              </a:rPr>
              <a:t>No slides or notebooks were used in this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Programming: Complete Course Slides</dc:title>
  <dc:subject/>
  <dc:creator>IIST Department of Avionics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